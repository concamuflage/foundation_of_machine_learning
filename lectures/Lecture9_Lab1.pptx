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11"/>
  </p:notesMasterIdLst>
  <p:handoutMasterIdLst>
    <p:handoutMasterId r:id="rId12"/>
  </p:handoutMasterIdLst>
  <p:sldIdLst>
    <p:sldId id="630" r:id="rId6"/>
    <p:sldId id="633" r:id="rId7"/>
    <p:sldId id="634" r:id="rId8"/>
    <p:sldId id="631" r:id="rId9"/>
    <p:sldId id="632" r:id="rId10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86122" autoAdjust="0"/>
  </p:normalViewPr>
  <p:slideViewPr>
    <p:cSldViewPr snapToGrid="0" snapToObjects="1">
      <p:cViewPr varScale="1">
        <p:scale>
          <a:sx n="109" d="100"/>
          <a:sy n="109" d="100"/>
        </p:scale>
        <p:origin x="2136" y="192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3/21/24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3/21/24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690806"/>
            <a:chOff x="-3" y="6179278"/>
            <a:chExt cx="9158706" cy="690806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E7F03-D07B-7543-BB39-D0631503D827}"/>
              </a:ext>
            </a:extLst>
          </p:cNvPr>
          <p:cNvSpPr txBox="1"/>
          <p:nvPr userDrawn="1"/>
        </p:nvSpPr>
        <p:spPr>
          <a:xfrm>
            <a:off x="2335696" y="660952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004A74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72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©2014 CMOS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PA</a:t>
              </a: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 • Proprietary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Spring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C01A81-76E5-91AD-9B95-54FB3DA63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data filter rows associated with Sunday.</a:t>
            </a:r>
          </a:p>
          <a:p>
            <a:r>
              <a:rPr lang="en-US" dirty="0"/>
              <a:t>From data filter rows associated with weekends.</a:t>
            </a:r>
          </a:p>
          <a:p>
            <a:r>
              <a:rPr lang="en-US" dirty="0"/>
              <a:t>From data filter rows associated to day 1, 3, 5, and 7.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FF2A59-6E7D-5B5D-A9FB-47D300AA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44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7D696D-BA0C-DFFC-C137-6C11DAB2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Load </a:t>
            </a:r>
          </a:p>
          <a:p>
            <a:pPr lvl="1"/>
            <a:r>
              <a:rPr lang="en-US" dirty="0" err="1"/>
              <a:t>people.info</a:t>
            </a:r>
            <a:endParaRPr lang="en-US" dirty="0"/>
          </a:p>
          <a:p>
            <a:pPr lvl="1"/>
            <a:r>
              <a:rPr lang="en-US" dirty="0" err="1"/>
              <a:t>occup.info</a:t>
            </a:r>
            <a:endParaRPr lang="en-US" dirty="0"/>
          </a:p>
          <a:p>
            <a:r>
              <a:rPr lang="en-US" dirty="0"/>
              <a:t>Try following commands:</a:t>
            </a:r>
          </a:p>
          <a:p>
            <a:pPr lvl="1"/>
            <a:r>
              <a:rPr lang="en-US" dirty="0" err="1"/>
              <a:t>inner_join</a:t>
            </a:r>
            <a:endParaRPr lang="en-US" dirty="0"/>
          </a:p>
          <a:p>
            <a:pPr lvl="1"/>
            <a:r>
              <a:rPr lang="en-US" dirty="0" err="1"/>
              <a:t>left_join</a:t>
            </a:r>
            <a:endParaRPr lang="en-US" dirty="0"/>
          </a:p>
          <a:p>
            <a:pPr lvl="1"/>
            <a:r>
              <a:rPr lang="en-US" dirty="0" err="1"/>
              <a:t>right_join</a:t>
            </a:r>
            <a:endParaRPr lang="en-US" dirty="0"/>
          </a:p>
          <a:p>
            <a:pPr lvl="1"/>
            <a:r>
              <a:rPr lang="en-US" dirty="0" err="1"/>
              <a:t>semi_join</a:t>
            </a:r>
            <a:endParaRPr lang="en-US" dirty="0"/>
          </a:p>
          <a:p>
            <a:pPr lvl="1"/>
            <a:r>
              <a:rPr lang="en-US" dirty="0" err="1"/>
              <a:t>anti_join</a:t>
            </a:r>
            <a:endParaRPr lang="en-US" dirty="0"/>
          </a:p>
          <a:p>
            <a:pPr lvl="1"/>
            <a:r>
              <a:rPr lang="en-US" dirty="0" err="1"/>
              <a:t>full_join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56F911-9DC1-B60F-FEA5-58F87747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1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47B588-105E-F08C-A0FE-B3D3EB2B3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sz="1800" dirty="0">
              <a:effectLst/>
              <a:highlight>
                <a:srgbClr val="FFFFFF"/>
              </a:highlight>
              <a:latin typeface="CMSS1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highlight>
                  <a:srgbClr val="FFFFFF"/>
                </a:highlight>
                <a:latin typeface="CMSS10"/>
              </a:rPr>
              <a:t>Considers flights departing during the week (day 1 to 5).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highlight>
                  <a:srgbClr val="FFFFFF"/>
                </a:highlight>
                <a:latin typeface="CMSS10"/>
              </a:rPr>
              <a:t>Find the best carrier in terms of </a:t>
            </a:r>
            <a:r>
              <a:rPr lang="en-US" sz="2200" dirty="0" err="1">
                <a:effectLst/>
                <a:highlight>
                  <a:srgbClr val="FFFFFF"/>
                </a:highlight>
                <a:latin typeface="CMSS10"/>
              </a:rPr>
              <a:t>ActucalElapsedTime</a:t>
            </a:r>
            <a:r>
              <a:rPr lang="en-US" sz="2200" dirty="0">
                <a:effectLst/>
                <a:highlight>
                  <a:srgbClr val="FFFFFF"/>
                </a:highlight>
                <a:latin typeface="CMSS10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highlight>
                  <a:srgbClr val="FFFFFF"/>
                </a:highlight>
                <a:latin typeface="CMSS10"/>
              </a:rPr>
              <a:t>Print top three carriers</a:t>
            </a:r>
            <a:endParaRPr lang="en-US" sz="2200" dirty="0">
              <a:effectLst/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E389BF-C519-9B2E-6659-3CBB1141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</p:spTree>
    <p:extLst>
      <p:ext uri="{BB962C8B-B14F-4D97-AF65-F5344CB8AC3E}">
        <p14:creationId xmlns:p14="http://schemas.microsoft.com/office/powerpoint/2010/main" val="68792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AE986D-EBE6-EF12-6742-5898D2815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Find the percent of flights cancelled for each carrier.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summarise</a:t>
            </a:r>
            <a:r>
              <a:rPr lang="en-US" dirty="0"/>
              <a:t> to get total number of flights for each carrier (</a:t>
            </a:r>
            <a:r>
              <a:rPr lang="en-US" dirty="0" err="1"/>
              <a:t>UniqueCarrier</a:t>
            </a:r>
            <a:r>
              <a:rPr lang="en-US" dirty="0"/>
              <a:t>). </a:t>
            </a:r>
          </a:p>
          <a:p>
            <a:pPr lvl="2"/>
            <a:r>
              <a:rPr lang="en-US" dirty="0"/>
              <a:t>One option: You can use </a:t>
            </a:r>
            <a:r>
              <a:rPr lang="en-US" dirty="0" err="1"/>
              <a:t>dplyr</a:t>
            </a:r>
            <a:r>
              <a:rPr lang="en-US" dirty="0"/>
              <a:t> function “n()” which counts number of observations in each group.</a:t>
            </a:r>
          </a:p>
          <a:p>
            <a:pPr lvl="1"/>
            <a:r>
              <a:rPr lang="en-US" dirty="0"/>
              <a:t>Find total number of cancelled flights</a:t>
            </a:r>
          </a:p>
          <a:p>
            <a:pPr lvl="1"/>
            <a:r>
              <a:rPr lang="en-US" dirty="0"/>
              <a:t>Create a new variable </a:t>
            </a:r>
            <a:r>
              <a:rPr lang="en-US" dirty="0" err="1"/>
              <a:t>PercentCancelled</a:t>
            </a:r>
            <a:r>
              <a:rPr lang="en-US" dirty="0"/>
              <a:t> based on the results above</a:t>
            </a:r>
          </a:p>
          <a:p>
            <a:pPr lvl="1"/>
            <a:r>
              <a:rPr lang="en-US" dirty="0"/>
              <a:t>Return a </a:t>
            </a:r>
            <a:r>
              <a:rPr lang="en-US" dirty="0" err="1"/>
              <a:t>data.frame</a:t>
            </a:r>
            <a:r>
              <a:rPr lang="en-US" dirty="0"/>
              <a:t> with only </a:t>
            </a:r>
            <a:r>
              <a:rPr lang="en-US" dirty="0" err="1"/>
              <a:t>UniqueCarrier</a:t>
            </a:r>
            <a:r>
              <a:rPr lang="en-US" dirty="0"/>
              <a:t> and </a:t>
            </a:r>
            <a:r>
              <a:rPr lang="en-US" dirty="0" err="1"/>
              <a:t>PercentCancelled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8F4B49-1B6C-DBA9-6B89-5E41F61E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122400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PPT-Template_1-10-2014.potx</Template>
  <TotalTime>37398</TotalTime>
  <Words>168</Words>
  <Application>Microsoft Macintosh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Calibri</vt:lpstr>
      <vt:lpstr>CMSS10</vt:lpstr>
      <vt:lpstr>Source Sans Pro</vt:lpstr>
      <vt:lpstr>Source Sans Pro Light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Lab </vt:lpstr>
      <vt:lpstr>PowerPoint Presentation</vt:lpstr>
      <vt:lpstr>PowerPoint Presentation</vt:lpstr>
      <vt:lpstr>Question 3</vt:lpstr>
      <vt:lpstr>Question 4</vt:lpstr>
    </vt:vector>
  </TitlesOfParts>
  <Company>Skyhook Wireless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Boris Savic</dc:creator>
  <cp:lastModifiedBy>Alizadeh-Shabdiz, Farshid</cp:lastModifiedBy>
  <cp:revision>1013</cp:revision>
  <cp:lastPrinted>2020-09-14T18:03:49Z</cp:lastPrinted>
  <dcterms:created xsi:type="dcterms:W3CDTF">2013-11-04T15:09:51Z</dcterms:created>
  <dcterms:modified xsi:type="dcterms:W3CDTF">2024-03-21T16:58:31Z</dcterms:modified>
</cp:coreProperties>
</file>