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11"/>
  </p:notesMasterIdLst>
  <p:handoutMasterIdLst>
    <p:handoutMasterId r:id="rId12"/>
  </p:handoutMasterIdLst>
  <p:sldIdLst>
    <p:sldId id="630" r:id="rId6"/>
    <p:sldId id="643" r:id="rId7"/>
    <p:sldId id="641" r:id="rId8"/>
    <p:sldId id="642" r:id="rId9"/>
    <p:sldId id="644" r:id="rId10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86122" autoAdjust="0"/>
  </p:normalViewPr>
  <p:slideViewPr>
    <p:cSldViewPr snapToGrid="0" snapToObjects="1">
      <p:cViewPr varScale="1">
        <p:scale>
          <a:sx n="109" d="100"/>
          <a:sy n="109" d="100"/>
        </p:scale>
        <p:origin x="2136" y="192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2/29/24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2/29/24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690806"/>
            <a:chOff x="-3" y="6179278"/>
            <a:chExt cx="9158706" cy="690806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E7F03-D07B-7543-BB39-D0631503D827}"/>
              </a:ext>
            </a:extLst>
          </p:cNvPr>
          <p:cNvSpPr txBox="1"/>
          <p:nvPr userDrawn="1"/>
        </p:nvSpPr>
        <p:spPr>
          <a:xfrm>
            <a:off x="2335696" y="660952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004A74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7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©2014 CMOS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PA</a:t>
              </a: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 • Proprietary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_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408FD7-07AE-7E79-3446-2FB5616A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6477"/>
            <a:ext cx="8229600" cy="4525963"/>
          </a:xfrm>
        </p:spPr>
        <p:txBody>
          <a:bodyPr/>
          <a:lstStyle/>
          <a:p>
            <a:r>
              <a:rPr lang="en-US" dirty="0"/>
              <a:t>Investigate if there is a difference between following golf ball brands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502E9-C5FF-0DF9-1252-F13BBB3E4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345"/>
            <a:ext cx="8229600" cy="1143000"/>
          </a:xfrm>
        </p:spPr>
        <p:txBody>
          <a:bodyPr/>
          <a:lstStyle/>
          <a:p>
            <a:pPr algn="l"/>
            <a:r>
              <a:rPr lang="en-US" u="sng" dirty="0"/>
              <a:t>One Way Analysis of Variance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E58A5706-6BAB-A0AC-9FCB-CDA16BC3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12" y="1969477"/>
            <a:ext cx="49149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47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table&#10;&#10;Description automatically generated">
            <a:extLst>
              <a:ext uri="{FF2B5EF4-FFF2-40B4-BE49-F238E27FC236}">
                <a16:creationId xmlns:a16="http://schemas.microsoft.com/office/drawing/2014/main" id="{7E6D96AA-31CD-D844-9932-5B5A47CB3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3" y="164149"/>
            <a:ext cx="8318500" cy="60725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661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0FABFED-84C5-3747-B94E-DBA0DB8F7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3" y="184944"/>
            <a:ext cx="8318500" cy="60309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388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F0CDF3-8CA0-53E8-074A-9CD85018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smoking data set. Investigate if smoking has impact on SBP (systolic </a:t>
            </a:r>
            <a:r>
              <a:rPr lang="en-US"/>
              <a:t>blood pressure)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349687-2DB9-30D6-991C-484EC8A8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682068025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PPT-Template_1-10-2014.potx</Template>
  <TotalTime>37251</TotalTime>
  <Words>44</Words>
  <Application>Microsoft Macintosh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Source Sans Pro</vt:lpstr>
      <vt:lpstr>Source Sans Pro Light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Lab _</vt:lpstr>
      <vt:lpstr>One Way Analysis of Variance</vt:lpstr>
      <vt:lpstr>PowerPoint Presentation</vt:lpstr>
      <vt:lpstr>PowerPoint Presentation</vt:lpstr>
      <vt:lpstr>Example 2</vt:lpstr>
    </vt:vector>
  </TitlesOfParts>
  <Company>Skyhook Wireless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Boris Savic</dc:creator>
  <cp:lastModifiedBy>Alizadeh-Shabdiz, Farshid</cp:lastModifiedBy>
  <cp:revision>1011</cp:revision>
  <cp:lastPrinted>2020-09-14T18:03:49Z</cp:lastPrinted>
  <dcterms:created xsi:type="dcterms:W3CDTF">2013-11-04T15:09:51Z</dcterms:created>
  <dcterms:modified xsi:type="dcterms:W3CDTF">2024-02-29T17:06:04Z</dcterms:modified>
</cp:coreProperties>
</file>