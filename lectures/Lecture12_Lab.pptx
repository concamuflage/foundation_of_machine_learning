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slideLayouts/slideLayout11.xml" ContentType="application/vnd.openxmlformats-officedocument.presentationml.slideLayout+xml"/>
  <Override PartName="/ppt/theme/theme3.xml" ContentType="application/vnd.openxmlformats-officedocument.theme+xml"/>
  <Override PartName="/ppt/slideLayouts/slideLayout12.xml" ContentType="application/vnd.openxmlformats-officedocument.presentationml.slideLayout+xml"/>
  <Override PartName="/ppt/theme/theme4.xml" ContentType="application/vnd.openxmlformats-officedocument.theme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705" r:id="rId2"/>
    <p:sldMasterId id="2147483703" r:id="rId3"/>
    <p:sldMasterId id="2147483672" r:id="rId4"/>
    <p:sldMasterId id="2147483718" r:id="rId5"/>
  </p:sldMasterIdLst>
  <p:notesMasterIdLst>
    <p:notesMasterId r:id="rId8"/>
  </p:notesMasterIdLst>
  <p:handoutMasterIdLst>
    <p:handoutMasterId r:id="rId9"/>
  </p:handoutMasterIdLst>
  <p:sldIdLst>
    <p:sldId id="630" r:id="rId6"/>
    <p:sldId id="750" r:id="rId7"/>
  </p:sldIdLst>
  <p:sldSz cx="9144000" cy="6858000" type="screen4x3"/>
  <p:notesSz cx="7010400" cy="92964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319">
          <p15:clr>
            <a:srgbClr val="A4A3A4"/>
          </p15:clr>
        </p15:guide>
        <p15:guide id="2" pos="3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28">
          <p15:clr>
            <a:srgbClr val="A4A3A4"/>
          </p15:clr>
        </p15:guide>
        <p15:guide id="2" pos="2208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clrMru>
    <a:srgbClr val="B2DA5C"/>
    <a:srgbClr val="D1FF6B"/>
    <a:srgbClr val="597B0D"/>
    <a:srgbClr val="0F7AAD"/>
    <a:srgbClr val="094876"/>
    <a:srgbClr val="14A1E5"/>
    <a:srgbClr val="77E2FF"/>
    <a:srgbClr val="AE4A13"/>
    <a:srgbClr val="9AD519"/>
    <a:srgbClr val="16411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119" autoAdjust="0"/>
    <p:restoredTop sz="85940" autoAdjust="0"/>
  </p:normalViewPr>
  <p:slideViewPr>
    <p:cSldViewPr snapToGrid="0" snapToObjects="1">
      <p:cViewPr varScale="1">
        <p:scale>
          <a:sx n="103" d="100"/>
          <a:sy n="103" d="100"/>
        </p:scale>
        <p:origin x="1712" y="176"/>
      </p:cViewPr>
      <p:guideLst>
        <p:guide orient="horz" pos="4319"/>
        <p:guide pos="3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58" d="100"/>
        <a:sy n="158" d="100"/>
      </p:scale>
      <p:origin x="0" y="27416"/>
    </p:cViewPr>
  </p:sorterViewPr>
  <p:notesViewPr>
    <p:cSldViewPr snapToGrid="0" snapToObjects="1">
      <p:cViewPr varScale="1">
        <p:scale>
          <a:sx n="114" d="100"/>
          <a:sy n="114" d="100"/>
        </p:scale>
        <p:origin x="-5152" y="-104"/>
      </p:cViewPr>
      <p:guideLst>
        <p:guide orient="horz" pos="2928"/>
        <p:guide pos="2208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2.xml"/><Relationship Id="rId12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1.xml"/><Relationship Id="rId11" Type="http://schemas.openxmlformats.org/officeDocument/2006/relationships/viewProps" Target="viewProps.xml"/><Relationship Id="rId5" Type="http://schemas.openxmlformats.org/officeDocument/2006/relationships/slideMaster" Target="slideMasters/slideMaster5.xml"/><Relationship Id="rId10" Type="http://schemas.openxmlformats.org/officeDocument/2006/relationships/presProps" Target="presProps.xml"/><Relationship Id="rId4" Type="http://schemas.openxmlformats.org/officeDocument/2006/relationships/slideMaster" Target="slideMasters/slideMaster4.xml"/><Relationship Id="rId9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70938" y="0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1EFD5D00-21F7-954C-B79D-A429ED413661}" type="datetime1">
              <a:rPr lang="en-US" smtClean="0"/>
              <a:pPr/>
              <a:t>3/22/22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829967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70938" y="8829967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2648B806-29CE-7A46-9841-57A57AA4D14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2036582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8" y="0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FDDDAA38-C52A-B740-83E8-BA3BE7700129}" type="datetime1">
              <a:rPr lang="en-US" smtClean="0"/>
              <a:pPr/>
              <a:t>3/22/22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6913"/>
            <a:ext cx="4648200" cy="3486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7" tIns="46589" rIns="93177" bIns="46589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vert="horz" lIns="93177" tIns="46589" rIns="93177" bIns="46589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967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38" y="8829967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4D0F24F4-3247-2B4F-AACD-C457ED29B7F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0040553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/>
          <p:cNvGrpSpPr/>
          <p:nvPr userDrawn="1"/>
        </p:nvGrpSpPr>
        <p:grpSpPr>
          <a:xfrm>
            <a:off x="-3" y="6179278"/>
            <a:ext cx="9158706" cy="690806"/>
            <a:chOff x="-3" y="6179278"/>
            <a:chExt cx="9158706" cy="690806"/>
          </a:xfrm>
        </p:grpSpPr>
        <p:sp>
          <p:nvSpPr>
            <p:cNvPr id="11" name="TextBox 10"/>
            <p:cNvSpPr txBox="1"/>
            <p:nvPr/>
          </p:nvSpPr>
          <p:spPr>
            <a:xfrm>
              <a:off x="333969" y="6603992"/>
              <a:ext cx="4864706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900" dirty="0">
                  <a:solidFill>
                    <a:srgbClr val="FFFFFF"/>
                  </a:solidFill>
                  <a:latin typeface="Verdana"/>
                  <a:cs typeface="Verdana"/>
                </a:rPr>
                <a:t>©2013 Skyhook Wireless Inc.</a:t>
              </a:r>
            </a:p>
          </p:txBody>
        </p:sp>
        <p:grpSp>
          <p:nvGrpSpPr>
            <p:cNvPr id="12" name="Group 11"/>
            <p:cNvGrpSpPr/>
            <p:nvPr/>
          </p:nvGrpSpPr>
          <p:grpSpPr>
            <a:xfrm rot="16200000">
              <a:off x="4233947" y="1945328"/>
              <a:ext cx="690806" cy="9158706"/>
              <a:chOff x="4856713" y="308981"/>
              <a:chExt cx="1551428" cy="7260540"/>
            </a:xfrm>
          </p:grpSpPr>
          <p:sp>
            <p:nvSpPr>
              <p:cNvPr id="15" name="Rectangle 14"/>
              <p:cNvSpPr/>
              <p:nvPr/>
            </p:nvSpPr>
            <p:spPr>
              <a:xfrm>
                <a:off x="4858508" y="5615975"/>
                <a:ext cx="1470438" cy="1953546"/>
              </a:xfrm>
              <a:prstGeom prst="rect">
                <a:avLst/>
              </a:prstGeom>
              <a:solidFill>
                <a:srgbClr val="00418C"/>
              </a:solidFill>
              <a:ln>
                <a:noFill/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" name="Rectangle 15"/>
              <p:cNvSpPr/>
              <p:nvPr/>
            </p:nvSpPr>
            <p:spPr>
              <a:xfrm>
                <a:off x="4856713" y="326033"/>
                <a:ext cx="1472242" cy="4197048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" name="Rectangle 16"/>
              <p:cNvSpPr/>
              <p:nvPr/>
            </p:nvSpPr>
            <p:spPr>
              <a:xfrm>
                <a:off x="4935901" y="308981"/>
                <a:ext cx="1472240" cy="4121238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rgbClr val="00A1E1"/>
                  </a:solidFill>
                </a:endParaRPr>
              </a:p>
            </p:txBody>
          </p:sp>
          <p:sp>
            <p:nvSpPr>
              <p:cNvPr id="18" name="Rectangle 17"/>
              <p:cNvSpPr/>
              <p:nvPr/>
            </p:nvSpPr>
            <p:spPr>
              <a:xfrm>
                <a:off x="4856716" y="3993078"/>
                <a:ext cx="1472240" cy="612898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accent3"/>
                  </a:solidFill>
                </a:endParaRPr>
              </a:p>
            </p:txBody>
          </p:sp>
          <p:sp>
            <p:nvSpPr>
              <p:cNvPr id="19" name="Rectangle 18"/>
              <p:cNvSpPr/>
              <p:nvPr/>
            </p:nvSpPr>
            <p:spPr>
              <a:xfrm>
                <a:off x="4856714" y="4605977"/>
                <a:ext cx="1472245" cy="147311"/>
              </a:xfrm>
              <a:prstGeom prst="rect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accent3"/>
                  </a:solidFill>
                </a:endParaRPr>
              </a:p>
            </p:txBody>
          </p:sp>
          <p:sp>
            <p:nvSpPr>
              <p:cNvPr id="20" name="Rectangle 19"/>
              <p:cNvSpPr/>
              <p:nvPr/>
            </p:nvSpPr>
            <p:spPr>
              <a:xfrm>
                <a:off x="4856715" y="4753290"/>
                <a:ext cx="1472247" cy="870143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0783232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2_Title Slide">
    <p:bg>
      <p:bgPr>
        <a:solidFill>
          <a:srgbClr val="32606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54240" y="1880838"/>
            <a:ext cx="6449760" cy="1470394"/>
          </a:xfrm>
        </p:spPr>
        <p:txBody>
          <a:bodyPr anchor="b"/>
          <a:lstStyle>
            <a:lvl1pPr algn="l"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54240" y="3429001"/>
            <a:ext cx="6497280" cy="1752664"/>
          </a:xfrm>
        </p:spPr>
        <p:txBody>
          <a:bodyPr/>
          <a:lstStyle>
            <a:lvl1pPr marL="0" indent="0" algn="l">
              <a:buNone/>
              <a:defRPr sz="1600">
                <a:solidFill>
                  <a:schemeClr val="bg1"/>
                </a:solidFill>
              </a:defRPr>
            </a:lvl1pPr>
            <a:lvl2pPr marL="414726" indent="0" algn="ctr">
              <a:buNone/>
              <a:defRPr/>
            </a:lvl2pPr>
            <a:lvl3pPr marL="829452" indent="0" algn="ctr">
              <a:buNone/>
              <a:defRPr/>
            </a:lvl3pPr>
            <a:lvl4pPr marL="1244178" indent="0" algn="ctr">
              <a:buNone/>
              <a:defRPr/>
            </a:lvl4pPr>
            <a:lvl5pPr marL="1658904" indent="0" algn="ctr">
              <a:buNone/>
              <a:defRPr/>
            </a:lvl5pPr>
            <a:lvl6pPr marL="2073631" indent="0" algn="ctr">
              <a:buNone/>
              <a:defRPr/>
            </a:lvl6pPr>
            <a:lvl7pPr marL="2488357" indent="0" algn="ctr">
              <a:buNone/>
              <a:defRPr/>
            </a:lvl7pPr>
            <a:lvl8pPr marL="2903083" indent="0" algn="ctr">
              <a:buNone/>
              <a:defRPr/>
            </a:lvl8pPr>
            <a:lvl9pPr marL="3317809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1"/>
          </p:nvPr>
        </p:nvSpPr>
        <p:spPr>
          <a:xfrm>
            <a:off x="87839" y="6539726"/>
            <a:ext cx="336960" cy="222176"/>
          </a:xfrm>
          <a:prstGeom prst="rect">
            <a:avLst/>
          </a:prstGeom>
        </p:spPr>
        <p:txBody>
          <a:bodyPr lIns="82945" tIns="41473" rIns="82945" bIns="41473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F41CB934-E044-4302-ADC1-76B15BC79772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2" name="Straight Connector 11"/>
          <p:cNvCxnSpPr/>
          <p:nvPr userDrawn="1"/>
        </p:nvCxnSpPr>
        <p:spPr bwMode="auto">
          <a:xfrm rot="5400000">
            <a:off x="-128291" y="3429000"/>
            <a:ext cx="2488581" cy="1440"/>
          </a:xfrm>
          <a:prstGeom prst="line">
            <a:avLst/>
          </a:prstGeom>
          <a:solidFill>
            <a:srgbClr val="00CC99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8" name="Straight Connector 7"/>
          <p:cNvCxnSpPr/>
          <p:nvPr userDrawn="1"/>
        </p:nvCxnSpPr>
        <p:spPr bwMode="auto">
          <a:xfrm rot="5400000">
            <a:off x="358389" y="6642351"/>
            <a:ext cx="207382" cy="1440"/>
          </a:xfrm>
          <a:prstGeom prst="line">
            <a:avLst/>
          </a:prstGeom>
          <a:solidFill>
            <a:srgbClr val="00CC99"/>
          </a:solidFill>
          <a:ln w="317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</p:spTree>
    <p:extLst>
      <p:ext uri="{BB962C8B-B14F-4D97-AF65-F5344CB8AC3E}">
        <p14:creationId xmlns:p14="http://schemas.microsoft.com/office/powerpoint/2010/main" val="3213329813"/>
      </p:ext>
    </p:extLst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21721699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cap="none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82E7F03-D07B-7543-BB39-D0631503D827}"/>
              </a:ext>
            </a:extLst>
          </p:cNvPr>
          <p:cNvSpPr txBox="1"/>
          <p:nvPr userDrawn="1"/>
        </p:nvSpPr>
        <p:spPr>
          <a:xfrm>
            <a:off x="2335696" y="6609522"/>
            <a:ext cx="0" cy="0"/>
          </a:xfrm>
          <a:prstGeom prst="rect">
            <a:avLst/>
          </a:prstGeom>
        </p:spPr>
        <p:txBody>
          <a:bodyPr vert="horz" wrap="none" lIns="91440" tIns="45720" rIns="91440" bIns="45720" rtlCol="0">
            <a:normAutofit fontScale="25000" lnSpcReduction="20000"/>
          </a:bodyPr>
          <a:lstStyle/>
          <a:p>
            <a:endParaRPr lang="en-US" sz="2000" dirty="0">
              <a:solidFill>
                <a:prstClr val="black"/>
              </a:solidFill>
              <a:latin typeface="Source Sans Pro Light"/>
              <a:cs typeface="Source Sans Pro Light"/>
            </a:endParaRPr>
          </a:p>
        </p:txBody>
      </p:sp>
    </p:spTree>
    <p:extLst>
      <p:ext uri="{BB962C8B-B14F-4D97-AF65-F5344CB8AC3E}">
        <p14:creationId xmlns:p14="http://schemas.microsoft.com/office/powerpoint/2010/main" val="21349690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99936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4120624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>
            <a:normAutofit/>
          </a:bodyPr>
          <a:lstStyle>
            <a:lvl1pPr marL="0" indent="0">
              <a:buNone/>
              <a:defRPr sz="2200" b="1">
                <a:solidFill>
                  <a:schemeClr val="accent1">
                    <a:lumMod val="25000"/>
                  </a:schemeClr>
                </a:solidFill>
                <a:latin typeface="Source Sans Pro"/>
                <a:cs typeface="Source Sans Pro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>
            <a:normAutofit/>
          </a:bodyPr>
          <a:lstStyle>
            <a:lvl1pPr marL="0" indent="0">
              <a:buNone/>
              <a:defRPr sz="2200" b="1">
                <a:solidFill>
                  <a:schemeClr val="accent1">
                    <a:lumMod val="25000"/>
                  </a:schemeClr>
                </a:solidFill>
                <a:latin typeface="Source Sans Pro"/>
                <a:cs typeface="Source Sans Pro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289987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cap="none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4135388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376163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415319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sz="quarter" idx="13" hasCustomPrompt="1"/>
          </p:nvPr>
        </p:nvSpPr>
        <p:spPr>
          <a:xfrm>
            <a:off x="809038" y="2967831"/>
            <a:ext cx="7544740" cy="912813"/>
          </a:xfrm>
          <a:prstGeom prst="rect">
            <a:avLst/>
          </a:prstGeom>
        </p:spPr>
        <p:txBody>
          <a:bodyPr vert="horz"/>
          <a:lstStyle>
            <a:lvl1pPr marL="0" indent="0">
              <a:buNone/>
              <a:defRPr>
                <a:solidFill>
                  <a:srgbClr val="004A74"/>
                </a:solidFill>
              </a:defRPr>
            </a:lvl1pPr>
          </a:lstStyle>
          <a:p>
            <a:pPr algn="ctr"/>
            <a:r>
              <a:rPr lang="en-US" sz="3200" b="1" spc="50" dirty="0">
                <a:solidFill>
                  <a:srgbClr val="FFFFFF"/>
                </a:solidFill>
                <a:latin typeface="Source Sans Pro Light"/>
                <a:cs typeface="Source Sans Pro Light"/>
              </a:rPr>
              <a:t>I am thoroughly </a:t>
            </a:r>
            <a:r>
              <a:rPr lang="en-US" sz="3200" b="1" spc="50" dirty="0">
                <a:solidFill>
                  <a:srgbClr val="FFFFFF"/>
                </a:solidFill>
                <a:latin typeface="Source Sans Pro"/>
                <a:cs typeface="Source Sans Pro"/>
              </a:rPr>
              <a:t>disruptive.</a:t>
            </a:r>
            <a:endParaRPr lang="en-US" sz="3200" b="1" spc="50" dirty="0">
              <a:solidFill>
                <a:srgbClr val="FFFFFF"/>
              </a:solidFill>
              <a:latin typeface="Source Sans Pro Light"/>
              <a:cs typeface="Source Sans Pro Light"/>
            </a:endParaRPr>
          </a:p>
        </p:txBody>
      </p:sp>
    </p:spTree>
    <p:extLst>
      <p:ext uri="{BB962C8B-B14F-4D97-AF65-F5344CB8AC3E}">
        <p14:creationId xmlns:p14="http://schemas.microsoft.com/office/powerpoint/2010/main" val="241378681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 hasCustomPrompt="1"/>
          </p:nvPr>
        </p:nvSpPr>
        <p:spPr>
          <a:xfrm rot="16200000">
            <a:off x="3665597" y="-2923823"/>
            <a:ext cx="2057400" cy="8316152"/>
          </a:xfrm>
        </p:spPr>
        <p:txBody>
          <a:bodyPr vert="eaVert"/>
          <a:lstStyle>
            <a:lvl1pPr>
              <a:defRPr sz="4400"/>
            </a:lvl1pPr>
          </a:lstStyle>
          <a:p>
            <a:r>
              <a:rPr lang="en-US" sz="3200" b="1" spc="50" dirty="0">
                <a:solidFill>
                  <a:schemeClr val="accent6"/>
                </a:solidFill>
                <a:latin typeface="Source Sans Pro Light"/>
                <a:cs typeface="Source Sans Pro Light"/>
              </a:rPr>
              <a:t>One simple lead statement. Use </a:t>
            </a:r>
            <a:r>
              <a:rPr lang="en-US" sz="3200" b="1" spc="50" dirty="0">
                <a:solidFill>
                  <a:schemeClr val="accent6"/>
                </a:solidFill>
                <a:latin typeface="Source Sans Pro"/>
                <a:cs typeface="Source Sans Pro"/>
              </a:rPr>
              <a:t>bold for emphasis</a:t>
            </a:r>
            <a:r>
              <a:rPr lang="en-US" sz="3200" b="1" spc="50" dirty="0">
                <a:solidFill>
                  <a:schemeClr val="accent6"/>
                </a:solidFill>
                <a:latin typeface="Source Sans Pro Light"/>
                <a:cs typeface="Source Sans Pro Light"/>
              </a:rPr>
              <a:t>, but please do it sparingly.</a:t>
            </a:r>
            <a:endParaRPr lang="en-US" dirty="0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0" hasCustomPrompt="1"/>
          </p:nvPr>
        </p:nvSpPr>
        <p:spPr>
          <a:xfrm>
            <a:off x="4440472" y="3584221"/>
            <a:ext cx="3785616" cy="2475549"/>
          </a:xfrm>
        </p:spPr>
        <p:txBody>
          <a:bodyPr/>
          <a:lstStyle>
            <a:lvl1pPr marL="457200" indent="-457200">
              <a:lnSpc>
                <a:spcPct val="130000"/>
              </a:lnSpc>
              <a:buFont typeface="+mj-lt"/>
              <a:buAutoNum type="arabicPeriod" startAt="6"/>
              <a:defRPr sz="3200"/>
            </a:lvl1pPr>
          </a:lstStyle>
          <a:p>
            <a:pPr>
              <a:lnSpc>
                <a:spcPct val="130000"/>
              </a:lnSpc>
            </a:pPr>
            <a:r>
              <a:rPr lang="en-US" sz="2000" dirty="0" err="1">
                <a:latin typeface="Source Sans Pro Light"/>
                <a:cs typeface="Source Sans Pro Light"/>
              </a:rPr>
              <a:t>Teslafying</a:t>
            </a:r>
            <a:r>
              <a:rPr lang="en-US" sz="2000" dirty="0">
                <a:latin typeface="Source Sans Pro Light"/>
                <a:cs typeface="Source Sans Pro Light"/>
              </a:rPr>
              <a:t> the presentation</a:t>
            </a:r>
          </a:p>
          <a:p>
            <a:pPr>
              <a:lnSpc>
                <a:spcPct val="130000"/>
              </a:lnSpc>
            </a:pPr>
            <a:r>
              <a:rPr lang="en-US" sz="2000" dirty="0">
                <a:latin typeface="Source Sans Pro Light"/>
                <a:cs typeface="Source Sans Pro Light"/>
              </a:rPr>
              <a:t>Rock steady</a:t>
            </a:r>
          </a:p>
          <a:p>
            <a:pPr>
              <a:lnSpc>
                <a:spcPct val="130000"/>
              </a:lnSpc>
            </a:pPr>
            <a:r>
              <a:rPr lang="en-US" sz="2000" dirty="0">
                <a:latin typeface="Source Sans Pro Light"/>
                <a:cs typeface="Source Sans Pro Light"/>
              </a:rPr>
              <a:t>Conclusion</a:t>
            </a:r>
          </a:p>
          <a:p>
            <a:pPr>
              <a:lnSpc>
                <a:spcPct val="130000"/>
              </a:lnSpc>
            </a:pPr>
            <a:r>
              <a:rPr lang="en-US" sz="2000" dirty="0">
                <a:latin typeface="Source Sans Pro Light"/>
                <a:cs typeface="Source Sans Pro Light"/>
              </a:rPr>
              <a:t>Questions?</a:t>
            </a:r>
          </a:p>
          <a:p>
            <a:pPr>
              <a:lnSpc>
                <a:spcPct val="130000"/>
              </a:lnSpc>
            </a:pPr>
            <a:r>
              <a:rPr lang="en-US" sz="2000" dirty="0">
                <a:latin typeface="Source Sans Pro Light"/>
                <a:cs typeface="Source Sans Pro Light"/>
              </a:rPr>
              <a:t>Signoff and contact info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1" hasCustomPrompt="1"/>
          </p:nvPr>
        </p:nvSpPr>
        <p:spPr>
          <a:xfrm>
            <a:off x="415983" y="2963332"/>
            <a:ext cx="4457700" cy="403755"/>
          </a:xfrm>
        </p:spPr>
        <p:txBody>
          <a:bodyPr/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/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Source Sans Pro"/>
                <a:ea typeface="+mn-ea"/>
                <a:cs typeface="Source Sans Pro"/>
              </a:rPr>
              <a:t>Today’s agenda: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ource Sans Pro Light"/>
              <a:ea typeface="+mn-ea"/>
              <a:cs typeface="Source Sans Pro Light"/>
            </a:endParaRPr>
          </a:p>
        </p:txBody>
      </p:sp>
      <p:sp>
        <p:nvSpPr>
          <p:cNvPr id="12" name="Content Placeholder 8"/>
          <p:cNvSpPr>
            <a:spLocks noGrp="1"/>
          </p:cNvSpPr>
          <p:nvPr>
            <p:ph sz="quarter" idx="12" hasCustomPrompt="1"/>
          </p:nvPr>
        </p:nvSpPr>
        <p:spPr>
          <a:xfrm>
            <a:off x="415983" y="3586101"/>
            <a:ext cx="3785616" cy="2475549"/>
          </a:xfrm>
        </p:spPr>
        <p:txBody>
          <a:bodyPr/>
          <a:lstStyle>
            <a:lvl1pPr marL="457200" indent="-457200">
              <a:lnSpc>
                <a:spcPct val="130000"/>
              </a:lnSpc>
              <a:buFont typeface="+mj-lt"/>
              <a:buAutoNum type="arabicPeriod"/>
              <a:defRPr sz="3200"/>
            </a:lvl1pPr>
          </a:lstStyle>
          <a:p>
            <a:pPr>
              <a:lnSpc>
                <a:spcPct val="130000"/>
              </a:lnSpc>
            </a:pPr>
            <a:r>
              <a:rPr lang="en-US" sz="2000" dirty="0" err="1">
                <a:latin typeface="Source Sans Pro Light"/>
                <a:cs typeface="Source Sans Pro Light"/>
              </a:rPr>
              <a:t>Teslafying</a:t>
            </a:r>
            <a:r>
              <a:rPr lang="en-US" sz="2000" dirty="0">
                <a:latin typeface="Source Sans Pro Light"/>
                <a:cs typeface="Source Sans Pro Light"/>
              </a:rPr>
              <a:t> the presentation</a:t>
            </a:r>
          </a:p>
          <a:p>
            <a:pPr>
              <a:lnSpc>
                <a:spcPct val="130000"/>
              </a:lnSpc>
            </a:pPr>
            <a:r>
              <a:rPr lang="en-US" sz="2000" dirty="0">
                <a:latin typeface="Source Sans Pro Light"/>
                <a:cs typeface="Source Sans Pro Light"/>
              </a:rPr>
              <a:t>Rock steady</a:t>
            </a:r>
          </a:p>
          <a:p>
            <a:pPr>
              <a:lnSpc>
                <a:spcPct val="130000"/>
              </a:lnSpc>
            </a:pPr>
            <a:r>
              <a:rPr lang="en-US" sz="2000" dirty="0">
                <a:latin typeface="Source Sans Pro Light"/>
                <a:cs typeface="Source Sans Pro Light"/>
              </a:rPr>
              <a:t>Conclusion</a:t>
            </a:r>
          </a:p>
          <a:p>
            <a:pPr>
              <a:lnSpc>
                <a:spcPct val="130000"/>
              </a:lnSpc>
            </a:pPr>
            <a:r>
              <a:rPr lang="en-US" sz="2000" dirty="0">
                <a:latin typeface="Source Sans Pro Light"/>
                <a:cs typeface="Source Sans Pro Light"/>
              </a:rPr>
              <a:t>Questions?</a:t>
            </a:r>
          </a:p>
          <a:p>
            <a:pPr>
              <a:lnSpc>
                <a:spcPct val="130000"/>
              </a:lnSpc>
            </a:pPr>
            <a:r>
              <a:rPr lang="en-US" sz="2000" dirty="0">
                <a:latin typeface="Source Sans Pro Light"/>
                <a:cs typeface="Source Sans Pro Light"/>
              </a:rPr>
              <a:t>Signoff and contact info</a:t>
            </a:r>
          </a:p>
        </p:txBody>
      </p:sp>
    </p:spTree>
    <p:extLst>
      <p:ext uri="{BB962C8B-B14F-4D97-AF65-F5344CB8AC3E}">
        <p14:creationId xmlns:p14="http://schemas.microsoft.com/office/powerpoint/2010/main" val="343059290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Vertical Title and Text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/>
          <p:cNvSpPr>
            <a:spLocks noGrp="1"/>
          </p:cNvSpPr>
          <p:nvPr>
            <p:ph type="body" sz="quarter" idx="10" hasCustomPrompt="1"/>
          </p:nvPr>
        </p:nvSpPr>
        <p:spPr>
          <a:xfrm>
            <a:off x="1128537" y="2954338"/>
            <a:ext cx="6105525" cy="949736"/>
          </a:xfrm>
          <a:prstGeom prst="rect">
            <a:avLst/>
          </a:prstGeom>
        </p:spPr>
        <p:txBody>
          <a:bodyPr vert="horz"/>
          <a:lstStyle/>
          <a:p>
            <a:pPr algn="ctr"/>
            <a:r>
              <a:rPr lang="en-US" sz="3200" b="1" spc="50" dirty="0">
                <a:solidFill>
                  <a:srgbClr val="FFFFFF"/>
                </a:solidFill>
                <a:latin typeface="Source Sans Pro Light"/>
                <a:cs typeface="Source Sans Pro Light"/>
              </a:rPr>
              <a:t>I am thoroughly </a:t>
            </a:r>
            <a:r>
              <a:rPr lang="en-US" sz="3200" b="1" spc="50" dirty="0">
                <a:solidFill>
                  <a:srgbClr val="FFFFFF"/>
                </a:solidFill>
                <a:latin typeface="Source Sans Pro"/>
                <a:cs typeface="Source Sans Pro"/>
              </a:rPr>
              <a:t>disruptive.</a:t>
            </a:r>
            <a:endParaRPr lang="en-US" sz="3200" b="1" spc="50" dirty="0">
              <a:solidFill>
                <a:srgbClr val="FFFFFF"/>
              </a:solidFill>
              <a:latin typeface="Source Sans Pro Light"/>
              <a:cs typeface="Source Sans Pro Light"/>
            </a:endParaRPr>
          </a:p>
        </p:txBody>
      </p:sp>
      <p:sp>
        <p:nvSpPr>
          <p:cNvPr id="5" name="TextBox 4"/>
          <p:cNvSpPr txBox="1"/>
          <p:nvPr userDrawn="1"/>
        </p:nvSpPr>
        <p:spPr>
          <a:xfrm>
            <a:off x="647141" y="6436314"/>
            <a:ext cx="5856105" cy="2723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en-US" sz="900" dirty="0">
                <a:solidFill>
                  <a:srgbClr val="004A74"/>
                </a:solidFill>
                <a:latin typeface="Verdana"/>
                <a:cs typeface="Verdana"/>
              </a:rPr>
              <a:t>©2014 CMOS</a:t>
            </a:r>
            <a:r>
              <a:rPr lang="en-US" sz="900" baseline="0" dirty="0">
                <a:solidFill>
                  <a:srgbClr val="004A74"/>
                </a:solidFill>
                <a:latin typeface="Verdana"/>
                <a:cs typeface="Verdana"/>
              </a:rPr>
              <a:t> PA</a:t>
            </a:r>
            <a:r>
              <a:rPr lang="en-US" sz="900" dirty="0">
                <a:solidFill>
                  <a:srgbClr val="004A74"/>
                </a:solidFill>
                <a:latin typeface="Verdana"/>
                <a:cs typeface="Verdana"/>
              </a:rPr>
              <a:t> • Proprietary and Confidential</a:t>
            </a:r>
          </a:p>
        </p:txBody>
      </p:sp>
      <p:sp>
        <p:nvSpPr>
          <p:cNvPr id="6" name="Slide Number Placeholder 4"/>
          <p:cNvSpPr txBox="1">
            <a:spLocks/>
          </p:cNvSpPr>
          <p:nvPr userDrawn="1"/>
        </p:nvSpPr>
        <p:spPr bwMode="auto">
          <a:xfrm>
            <a:off x="272639" y="6400800"/>
            <a:ext cx="371475" cy="4556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10" tIns="45706" rIns="91410" bIns="45706"/>
          <a:lstStyle>
            <a:defPPr>
              <a:defRPr lang="en-US"/>
            </a:defPPr>
            <a:lvl1pPr marL="0" algn="l" defTabSz="457200" rtl="0" eaLnBrk="0" latinLnBrk="0" hangingPunct="0">
              <a:defRPr sz="2400" kern="1200">
                <a:solidFill>
                  <a:srgbClr val="FFFFFF"/>
                </a:solidFill>
                <a:latin typeface="Arial" charset="0"/>
                <a:ea typeface="ヒラギノ角ゴ ProN W3" charset="0"/>
                <a:cs typeface="ヒラギノ角ゴ ProN W3" charset="0"/>
                <a:sym typeface="Arial" charset="0"/>
              </a:defRPr>
            </a:lvl1pPr>
            <a:lvl2pPr marL="742411" indent="-285543" algn="l" defTabSz="457200" rtl="0" eaLnBrk="0" latinLnBrk="0" hangingPunct="0">
              <a:defRPr sz="2400" kern="1200">
                <a:solidFill>
                  <a:srgbClr val="FFFFFF"/>
                </a:solidFill>
                <a:latin typeface="Arial" charset="0"/>
                <a:ea typeface="ヒラギノ角ゴ ProN W3" charset="0"/>
                <a:cs typeface="ヒラギノ角ゴ ProN W3" charset="0"/>
                <a:sym typeface="Arial" charset="0"/>
              </a:defRPr>
            </a:lvl2pPr>
            <a:lvl3pPr marL="1142169" indent="-228435" algn="l" defTabSz="457200" rtl="0" eaLnBrk="0" latinLnBrk="0" hangingPunct="0">
              <a:defRPr sz="2400" kern="1200">
                <a:solidFill>
                  <a:srgbClr val="FFFFFF"/>
                </a:solidFill>
                <a:latin typeface="Arial" charset="0"/>
                <a:ea typeface="ヒラギノ角ゴ ProN W3" charset="0"/>
                <a:cs typeface="ヒラギノ角ゴ ProN W3" charset="0"/>
                <a:sym typeface="Arial" charset="0"/>
              </a:defRPr>
            </a:lvl3pPr>
            <a:lvl4pPr marL="1599039" indent="-228435" algn="l" defTabSz="457200" rtl="0" eaLnBrk="0" latinLnBrk="0" hangingPunct="0">
              <a:defRPr sz="2400" kern="1200">
                <a:solidFill>
                  <a:srgbClr val="FFFFFF"/>
                </a:solidFill>
                <a:latin typeface="Arial" charset="0"/>
                <a:ea typeface="ヒラギノ角ゴ ProN W3" charset="0"/>
                <a:cs typeface="ヒラギノ角ゴ ProN W3" charset="0"/>
                <a:sym typeface="Arial" charset="0"/>
              </a:defRPr>
            </a:lvl4pPr>
            <a:lvl5pPr marL="2055907" indent="-228435" algn="l" defTabSz="457200" rtl="0" eaLnBrk="0" latinLnBrk="0" hangingPunct="0">
              <a:defRPr sz="2400" kern="1200">
                <a:solidFill>
                  <a:srgbClr val="FFFFFF"/>
                </a:solidFill>
                <a:latin typeface="Arial" charset="0"/>
                <a:ea typeface="ヒラギノ角ゴ ProN W3" charset="0"/>
                <a:cs typeface="ヒラギノ角ゴ ProN W3" charset="0"/>
                <a:sym typeface="Arial" charset="0"/>
              </a:defRPr>
            </a:lvl5pPr>
            <a:lvl6pPr marL="2512777" indent="-228435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rgbClr val="FFFFFF"/>
                </a:solidFill>
                <a:latin typeface="Arial" charset="0"/>
                <a:ea typeface="ヒラギノ角ゴ ProN W3" charset="0"/>
                <a:cs typeface="ヒラギノ角ゴ ProN W3" charset="0"/>
                <a:sym typeface="Arial" charset="0"/>
              </a:defRPr>
            </a:lvl6pPr>
            <a:lvl7pPr marL="2969644" indent="-228435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rgbClr val="FFFFFF"/>
                </a:solidFill>
                <a:latin typeface="Arial" charset="0"/>
                <a:ea typeface="ヒラギノ角ゴ ProN W3" charset="0"/>
                <a:cs typeface="ヒラギノ角ゴ ProN W3" charset="0"/>
                <a:sym typeface="Arial" charset="0"/>
              </a:defRPr>
            </a:lvl7pPr>
            <a:lvl8pPr marL="3426515" indent="-228435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rgbClr val="FFFFFF"/>
                </a:solidFill>
                <a:latin typeface="Arial" charset="0"/>
                <a:ea typeface="ヒラギノ角ゴ ProN W3" charset="0"/>
                <a:cs typeface="ヒラギノ角ゴ ProN W3" charset="0"/>
                <a:sym typeface="Arial" charset="0"/>
              </a:defRPr>
            </a:lvl8pPr>
            <a:lvl9pPr marL="3883381" indent="-228435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rgbClr val="FFFFFF"/>
                </a:solidFill>
                <a:latin typeface="Arial" charset="0"/>
                <a:ea typeface="ヒラギノ角ゴ ProN W3" charset="0"/>
                <a:cs typeface="ヒラギノ角ゴ ProN W3" charset="0"/>
                <a:sym typeface="Arial" charset="0"/>
              </a:defRPr>
            </a:lvl9pPr>
          </a:lstStyle>
          <a:p>
            <a:pPr algn="ctr"/>
            <a:fld id="{8DA07FD4-9989-114B-8795-A0896A13FFB7}" type="slidenum">
              <a:rPr lang="en-US" sz="1400" smtClean="0">
                <a:solidFill>
                  <a:schemeClr val="tx2"/>
                </a:solidFill>
                <a:latin typeface="Source Sans Pro Light"/>
                <a:cs typeface="Source Sans Pro Light"/>
              </a:rPr>
              <a:pPr algn="ctr"/>
              <a:t>‹#›</a:t>
            </a:fld>
            <a:endParaRPr lang="en-US" sz="1400" dirty="0">
              <a:solidFill>
                <a:schemeClr val="tx2"/>
              </a:solidFill>
              <a:latin typeface="Source Sans Pro Light"/>
              <a:cs typeface="Source Sans Pro Light"/>
            </a:endParaRPr>
          </a:p>
        </p:txBody>
      </p:sp>
    </p:spTree>
    <p:extLst>
      <p:ext uri="{BB962C8B-B14F-4D97-AF65-F5344CB8AC3E}">
        <p14:creationId xmlns:p14="http://schemas.microsoft.com/office/powerpoint/2010/main" val="119422929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tical Title and Text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1101196" y="2948987"/>
            <a:ext cx="6942137" cy="950619"/>
          </a:xfrm>
          <a:prstGeom prst="rect">
            <a:avLst/>
          </a:prstGeom>
        </p:spPr>
        <p:txBody>
          <a:bodyPr vert="horz"/>
          <a:lstStyle>
            <a:lvl1pPr>
              <a:defRPr>
                <a:latin typeface="Source Sans Pro"/>
                <a:cs typeface="Source Sans Pro"/>
              </a:defRPr>
            </a:lvl1pPr>
            <a:lvl2pPr>
              <a:defRPr>
                <a:latin typeface="Source Sans Pro"/>
                <a:cs typeface="Source Sans Pro"/>
              </a:defRPr>
            </a:lvl2pPr>
            <a:lvl3pPr>
              <a:defRPr>
                <a:latin typeface="Source Sans Pro"/>
                <a:cs typeface="Source Sans Pro"/>
              </a:defRPr>
            </a:lvl3pPr>
            <a:lvl4pPr>
              <a:defRPr>
                <a:latin typeface="Source Sans Pro"/>
                <a:cs typeface="Source Sans Pro"/>
              </a:defRPr>
            </a:lvl4pPr>
            <a:lvl5pPr>
              <a:defRPr>
                <a:latin typeface="Source Sans Pro"/>
                <a:cs typeface="Source Sans Pro"/>
              </a:defRPr>
            </a:lvl5pPr>
          </a:lstStyle>
          <a:p>
            <a:pPr algn="ctr"/>
            <a:r>
              <a:rPr lang="en-US" sz="3200" b="1" spc="50" dirty="0">
                <a:solidFill>
                  <a:schemeClr val="tx2"/>
                </a:solidFill>
                <a:latin typeface="Source Sans Pro Light"/>
                <a:cs typeface="Source Sans Pro Light"/>
              </a:rPr>
              <a:t>I am thoroughly </a:t>
            </a:r>
            <a:r>
              <a:rPr lang="en-US" sz="3200" b="1" spc="50" dirty="0">
                <a:solidFill>
                  <a:schemeClr val="tx2"/>
                </a:solidFill>
                <a:latin typeface="Source Sans Pro"/>
                <a:cs typeface="Source Sans Pro"/>
              </a:rPr>
              <a:t>disruptive.</a:t>
            </a:r>
            <a:endParaRPr lang="en-US" sz="3200" b="1" spc="50" dirty="0">
              <a:solidFill>
                <a:schemeClr val="tx2"/>
              </a:solidFill>
              <a:latin typeface="Source Sans Pro Light"/>
              <a:cs typeface="Source Sans Pro Light"/>
            </a:endParaRPr>
          </a:p>
        </p:txBody>
      </p:sp>
      <p:sp>
        <p:nvSpPr>
          <p:cNvPr id="5" name="TextBox 4"/>
          <p:cNvSpPr txBox="1"/>
          <p:nvPr userDrawn="1"/>
        </p:nvSpPr>
        <p:spPr>
          <a:xfrm>
            <a:off x="647141" y="6436314"/>
            <a:ext cx="5856105" cy="2723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en-US" sz="900" dirty="0">
                <a:solidFill>
                  <a:srgbClr val="FFFFFF"/>
                </a:solidFill>
                <a:latin typeface="Verdana"/>
                <a:cs typeface="Verdana"/>
              </a:rPr>
              <a:t>©2014 CMOS</a:t>
            </a:r>
            <a:r>
              <a:rPr lang="en-US" sz="900" baseline="0" dirty="0">
                <a:solidFill>
                  <a:srgbClr val="FFFFFF"/>
                </a:solidFill>
                <a:latin typeface="Verdana"/>
                <a:cs typeface="Verdana"/>
              </a:rPr>
              <a:t> PA</a:t>
            </a:r>
            <a:r>
              <a:rPr lang="en-US" sz="900" dirty="0">
                <a:solidFill>
                  <a:srgbClr val="FFFFFF"/>
                </a:solidFill>
                <a:latin typeface="Verdana"/>
                <a:cs typeface="Verdana"/>
              </a:rPr>
              <a:t> • Proprietary and Confidential</a:t>
            </a:r>
          </a:p>
        </p:txBody>
      </p:sp>
      <p:sp>
        <p:nvSpPr>
          <p:cNvPr id="7" name="Slide Number Placeholder 4"/>
          <p:cNvSpPr txBox="1">
            <a:spLocks/>
          </p:cNvSpPr>
          <p:nvPr userDrawn="1"/>
        </p:nvSpPr>
        <p:spPr bwMode="auto">
          <a:xfrm>
            <a:off x="272639" y="6400800"/>
            <a:ext cx="371475" cy="4556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10" tIns="45706" rIns="91410" bIns="45706"/>
          <a:lstStyle>
            <a:defPPr>
              <a:defRPr lang="en-US"/>
            </a:defPPr>
            <a:lvl1pPr marL="0" algn="l" defTabSz="457200" rtl="0" eaLnBrk="0" latinLnBrk="0" hangingPunct="0">
              <a:defRPr sz="2400" kern="1200">
                <a:solidFill>
                  <a:srgbClr val="FFFFFF"/>
                </a:solidFill>
                <a:latin typeface="Arial" charset="0"/>
                <a:ea typeface="ヒラギノ角ゴ ProN W3" charset="0"/>
                <a:cs typeface="ヒラギノ角ゴ ProN W3" charset="0"/>
                <a:sym typeface="Arial" charset="0"/>
              </a:defRPr>
            </a:lvl1pPr>
            <a:lvl2pPr marL="742411" indent="-285543" algn="l" defTabSz="457200" rtl="0" eaLnBrk="0" latinLnBrk="0" hangingPunct="0">
              <a:defRPr sz="2400" kern="1200">
                <a:solidFill>
                  <a:srgbClr val="FFFFFF"/>
                </a:solidFill>
                <a:latin typeface="Arial" charset="0"/>
                <a:ea typeface="ヒラギノ角ゴ ProN W3" charset="0"/>
                <a:cs typeface="ヒラギノ角ゴ ProN W3" charset="0"/>
                <a:sym typeface="Arial" charset="0"/>
              </a:defRPr>
            </a:lvl2pPr>
            <a:lvl3pPr marL="1142169" indent="-228435" algn="l" defTabSz="457200" rtl="0" eaLnBrk="0" latinLnBrk="0" hangingPunct="0">
              <a:defRPr sz="2400" kern="1200">
                <a:solidFill>
                  <a:srgbClr val="FFFFFF"/>
                </a:solidFill>
                <a:latin typeface="Arial" charset="0"/>
                <a:ea typeface="ヒラギノ角ゴ ProN W3" charset="0"/>
                <a:cs typeface="ヒラギノ角ゴ ProN W3" charset="0"/>
                <a:sym typeface="Arial" charset="0"/>
              </a:defRPr>
            </a:lvl3pPr>
            <a:lvl4pPr marL="1599039" indent="-228435" algn="l" defTabSz="457200" rtl="0" eaLnBrk="0" latinLnBrk="0" hangingPunct="0">
              <a:defRPr sz="2400" kern="1200">
                <a:solidFill>
                  <a:srgbClr val="FFFFFF"/>
                </a:solidFill>
                <a:latin typeface="Arial" charset="0"/>
                <a:ea typeface="ヒラギノ角ゴ ProN W3" charset="0"/>
                <a:cs typeface="ヒラギノ角ゴ ProN W3" charset="0"/>
                <a:sym typeface="Arial" charset="0"/>
              </a:defRPr>
            </a:lvl4pPr>
            <a:lvl5pPr marL="2055907" indent="-228435" algn="l" defTabSz="457200" rtl="0" eaLnBrk="0" latinLnBrk="0" hangingPunct="0">
              <a:defRPr sz="2400" kern="1200">
                <a:solidFill>
                  <a:srgbClr val="FFFFFF"/>
                </a:solidFill>
                <a:latin typeface="Arial" charset="0"/>
                <a:ea typeface="ヒラギノ角ゴ ProN W3" charset="0"/>
                <a:cs typeface="ヒラギノ角ゴ ProN W3" charset="0"/>
                <a:sym typeface="Arial" charset="0"/>
              </a:defRPr>
            </a:lvl5pPr>
            <a:lvl6pPr marL="2512777" indent="-228435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rgbClr val="FFFFFF"/>
                </a:solidFill>
                <a:latin typeface="Arial" charset="0"/>
                <a:ea typeface="ヒラギノ角ゴ ProN W3" charset="0"/>
                <a:cs typeface="ヒラギノ角ゴ ProN W3" charset="0"/>
                <a:sym typeface="Arial" charset="0"/>
              </a:defRPr>
            </a:lvl6pPr>
            <a:lvl7pPr marL="2969644" indent="-228435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rgbClr val="FFFFFF"/>
                </a:solidFill>
                <a:latin typeface="Arial" charset="0"/>
                <a:ea typeface="ヒラギノ角ゴ ProN W3" charset="0"/>
                <a:cs typeface="ヒラギノ角ゴ ProN W3" charset="0"/>
                <a:sym typeface="Arial" charset="0"/>
              </a:defRPr>
            </a:lvl7pPr>
            <a:lvl8pPr marL="3426515" indent="-228435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rgbClr val="FFFFFF"/>
                </a:solidFill>
                <a:latin typeface="Arial" charset="0"/>
                <a:ea typeface="ヒラギノ角ゴ ProN W3" charset="0"/>
                <a:cs typeface="ヒラギノ角ゴ ProN W3" charset="0"/>
                <a:sym typeface="Arial" charset="0"/>
              </a:defRPr>
            </a:lvl8pPr>
            <a:lvl9pPr marL="3883381" indent="-228435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rgbClr val="FFFFFF"/>
                </a:solidFill>
                <a:latin typeface="Arial" charset="0"/>
                <a:ea typeface="ヒラギノ角ゴ ProN W3" charset="0"/>
                <a:cs typeface="ヒラギノ角ゴ ProN W3" charset="0"/>
                <a:sym typeface="Arial" charset="0"/>
              </a:defRPr>
            </a:lvl9pPr>
          </a:lstStyle>
          <a:p>
            <a:pPr algn="ctr"/>
            <a:fld id="{8DA07FD4-9989-114B-8795-A0896A13FFB7}" type="slidenum">
              <a:rPr lang="en-US" sz="1400" smtClean="0">
                <a:solidFill>
                  <a:srgbClr val="FFFFFF"/>
                </a:solidFill>
                <a:latin typeface="Source Sans Pro Light"/>
                <a:cs typeface="Source Sans Pro Light"/>
              </a:rPr>
              <a:pPr algn="ctr"/>
              <a:t>‹#›</a:t>
            </a:fld>
            <a:endParaRPr lang="en-US" sz="1400" dirty="0">
              <a:solidFill>
                <a:srgbClr val="FFFFFF"/>
              </a:solidFill>
              <a:latin typeface="Source Sans Pro Light"/>
              <a:cs typeface="Source Sans Pro Light"/>
            </a:endParaRPr>
          </a:p>
        </p:txBody>
      </p:sp>
    </p:spTree>
    <p:extLst>
      <p:ext uri="{BB962C8B-B14F-4D97-AF65-F5344CB8AC3E}">
        <p14:creationId xmlns:p14="http://schemas.microsoft.com/office/powerpoint/2010/main" val="158322557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Vertical Title and Text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/>
          <p:cNvSpPr>
            <a:spLocks noGrp="1"/>
          </p:cNvSpPr>
          <p:nvPr>
            <p:ph type="body" sz="quarter" idx="10" hasCustomPrompt="1"/>
          </p:nvPr>
        </p:nvSpPr>
        <p:spPr>
          <a:xfrm>
            <a:off x="1684396" y="2926027"/>
            <a:ext cx="5832475" cy="977723"/>
          </a:xfrm>
          <a:prstGeom prst="rect">
            <a:avLst/>
          </a:prstGeom>
        </p:spPr>
        <p:txBody>
          <a:bodyPr vert="horz"/>
          <a:lstStyle>
            <a:lvl1pPr marL="0" marR="0" indent="0" algn="ctr" defTabSz="4572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lvl1pPr>
          </a:lstStyle>
          <a:p>
            <a:pPr marL="0" marR="0" lvl="0" indent="0" algn="l" defTabSz="4572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200" b="1" spc="50" dirty="0">
                <a:solidFill>
                  <a:schemeClr val="accent4"/>
                </a:solidFill>
                <a:latin typeface="Source Sans Pro Light"/>
                <a:cs typeface="Source Sans Pro Light"/>
              </a:rPr>
              <a:t>I am thoroughly </a:t>
            </a:r>
            <a:r>
              <a:rPr lang="en-US" sz="3200" b="1" spc="50" dirty="0">
                <a:solidFill>
                  <a:schemeClr val="accent4"/>
                </a:solidFill>
                <a:latin typeface="Source Sans Pro"/>
                <a:cs typeface="Source Sans Pro"/>
              </a:rPr>
              <a:t>disruptive.</a:t>
            </a:r>
            <a:endParaRPr lang="en-US" sz="3200" b="1" spc="50" dirty="0">
              <a:solidFill>
                <a:schemeClr val="accent4"/>
              </a:solidFill>
              <a:latin typeface="Source Sans Pro Light"/>
              <a:cs typeface="Source Sans Pro Light"/>
            </a:endParaRPr>
          </a:p>
        </p:txBody>
      </p:sp>
      <p:sp>
        <p:nvSpPr>
          <p:cNvPr id="5" name="TextBox 4"/>
          <p:cNvSpPr txBox="1"/>
          <p:nvPr userDrawn="1"/>
        </p:nvSpPr>
        <p:spPr>
          <a:xfrm>
            <a:off x="647141" y="6436314"/>
            <a:ext cx="5856105" cy="2723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en-US" sz="900" dirty="0">
                <a:solidFill>
                  <a:srgbClr val="FFFFFF"/>
                </a:solidFill>
                <a:latin typeface="Verdana"/>
                <a:cs typeface="Verdana"/>
              </a:rPr>
              <a:t>©2014 CMOS</a:t>
            </a:r>
            <a:r>
              <a:rPr lang="en-US" sz="900" baseline="0" dirty="0">
                <a:solidFill>
                  <a:srgbClr val="FFFFFF"/>
                </a:solidFill>
                <a:latin typeface="Verdana"/>
                <a:cs typeface="Verdana"/>
              </a:rPr>
              <a:t> PA</a:t>
            </a:r>
            <a:r>
              <a:rPr lang="en-US" sz="900" dirty="0">
                <a:solidFill>
                  <a:srgbClr val="FFFFFF"/>
                </a:solidFill>
                <a:latin typeface="Verdana"/>
                <a:cs typeface="Verdana"/>
              </a:rPr>
              <a:t>  • Proprietary and Confidential</a:t>
            </a:r>
          </a:p>
        </p:txBody>
      </p:sp>
      <p:sp>
        <p:nvSpPr>
          <p:cNvPr id="6" name="Slide Number Placeholder 4"/>
          <p:cNvSpPr txBox="1">
            <a:spLocks/>
          </p:cNvSpPr>
          <p:nvPr userDrawn="1"/>
        </p:nvSpPr>
        <p:spPr bwMode="auto">
          <a:xfrm>
            <a:off x="272639" y="6400800"/>
            <a:ext cx="371475" cy="4556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10" tIns="45706" rIns="91410" bIns="45706"/>
          <a:lstStyle>
            <a:defPPr>
              <a:defRPr lang="en-US"/>
            </a:defPPr>
            <a:lvl1pPr marL="0" algn="l" defTabSz="457200" rtl="0" eaLnBrk="0" latinLnBrk="0" hangingPunct="0">
              <a:defRPr sz="2400" kern="1200">
                <a:solidFill>
                  <a:srgbClr val="FFFFFF"/>
                </a:solidFill>
                <a:latin typeface="Arial" charset="0"/>
                <a:ea typeface="ヒラギノ角ゴ ProN W3" charset="0"/>
                <a:cs typeface="ヒラギノ角ゴ ProN W3" charset="0"/>
                <a:sym typeface="Arial" charset="0"/>
              </a:defRPr>
            </a:lvl1pPr>
            <a:lvl2pPr marL="742411" indent="-285543" algn="l" defTabSz="457200" rtl="0" eaLnBrk="0" latinLnBrk="0" hangingPunct="0">
              <a:defRPr sz="2400" kern="1200">
                <a:solidFill>
                  <a:srgbClr val="FFFFFF"/>
                </a:solidFill>
                <a:latin typeface="Arial" charset="0"/>
                <a:ea typeface="ヒラギノ角ゴ ProN W3" charset="0"/>
                <a:cs typeface="ヒラギノ角ゴ ProN W3" charset="0"/>
                <a:sym typeface="Arial" charset="0"/>
              </a:defRPr>
            </a:lvl2pPr>
            <a:lvl3pPr marL="1142169" indent="-228435" algn="l" defTabSz="457200" rtl="0" eaLnBrk="0" latinLnBrk="0" hangingPunct="0">
              <a:defRPr sz="2400" kern="1200">
                <a:solidFill>
                  <a:srgbClr val="FFFFFF"/>
                </a:solidFill>
                <a:latin typeface="Arial" charset="0"/>
                <a:ea typeface="ヒラギノ角ゴ ProN W3" charset="0"/>
                <a:cs typeface="ヒラギノ角ゴ ProN W3" charset="0"/>
                <a:sym typeface="Arial" charset="0"/>
              </a:defRPr>
            </a:lvl3pPr>
            <a:lvl4pPr marL="1599039" indent="-228435" algn="l" defTabSz="457200" rtl="0" eaLnBrk="0" latinLnBrk="0" hangingPunct="0">
              <a:defRPr sz="2400" kern="1200">
                <a:solidFill>
                  <a:srgbClr val="FFFFFF"/>
                </a:solidFill>
                <a:latin typeface="Arial" charset="0"/>
                <a:ea typeface="ヒラギノ角ゴ ProN W3" charset="0"/>
                <a:cs typeface="ヒラギノ角ゴ ProN W3" charset="0"/>
                <a:sym typeface="Arial" charset="0"/>
              </a:defRPr>
            </a:lvl4pPr>
            <a:lvl5pPr marL="2055907" indent="-228435" algn="l" defTabSz="457200" rtl="0" eaLnBrk="0" latinLnBrk="0" hangingPunct="0">
              <a:defRPr sz="2400" kern="1200">
                <a:solidFill>
                  <a:srgbClr val="FFFFFF"/>
                </a:solidFill>
                <a:latin typeface="Arial" charset="0"/>
                <a:ea typeface="ヒラギノ角ゴ ProN W3" charset="0"/>
                <a:cs typeface="ヒラギノ角ゴ ProN W3" charset="0"/>
                <a:sym typeface="Arial" charset="0"/>
              </a:defRPr>
            </a:lvl5pPr>
            <a:lvl6pPr marL="2512777" indent="-228435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rgbClr val="FFFFFF"/>
                </a:solidFill>
                <a:latin typeface="Arial" charset="0"/>
                <a:ea typeface="ヒラギノ角ゴ ProN W3" charset="0"/>
                <a:cs typeface="ヒラギノ角ゴ ProN W3" charset="0"/>
                <a:sym typeface="Arial" charset="0"/>
              </a:defRPr>
            </a:lvl6pPr>
            <a:lvl7pPr marL="2969644" indent="-228435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rgbClr val="FFFFFF"/>
                </a:solidFill>
                <a:latin typeface="Arial" charset="0"/>
                <a:ea typeface="ヒラギノ角ゴ ProN W3" charset="0"/>
                <a:cs typeface="ヒラギノ角ゴ ProN W3" charset="0"/>
                <a:sym typeface="Arial" charset="0"/>
              </a:defRPr>
            </a:lvl7pPr>
            <a:lvl8pPr marL="3426515" indent="-228435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rgbClr val="FFFFFF"/>
                </a:solidFill>
                <a:latin typeface="Arial" charset="0"/>
                <a:ea typeface="ヒラギノ角ゴ ProN W3" charset="0"/>
                <a:cs typeface="ヒラギノ角ゴ ProN W3" charset="0"/>
                <a:sym typeface="Arial" charset="0"/>
              </a:defRPr>
            </a:lvl8pPr>
            <a:lvl9pPr marL="3883381" indent="-228435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rgbClr val="FFFFFF"/>
                </a:solidFill>
                <a:latin typeface="Arial" charset="0"/>
                <a:ea typeface="ヒラギノ角ゴ ProN W3" charset="0"/>
                <a:cs typeface="ヒラギノ角ゴ ProN W3" charset="0"/>
                <a:sym typeface="Arial" charset="0"/>
              </a:defRPr>
            </a:lvl9pPr>
          </a:lstStyle>
          <a:p>
            <a:pPr algn="ctr"/>
            <a:fld id="{8DA07FD4-9989-114B-8795-A0896A13FFB7}" type="slidenum">
              <a:rPr lang="en-US" sz="1400" smtClean="0">
                <a:solidFill>
                  <a:srgbClr val="FFFFFF"/>
                </a:solidFill>
                <a:latin typeface="Source Sans Pro Light"/>
                <a:cs typeface="Source Sans Pro Light"/>
              </a:rPr>
              <a:pPr algn="ctr"/>
              <a:t>‹#›</a:t>
            </a:fld>
            <a:endParaRPr lang="en-US" sz="1400" dirty="0">
              <a:solidFill>
                <a:srgbClr val="FFFFFF"/>
              </a:solidFill>
              <a:latin typeface="Source Sans Pro Light"/>
              <a:cs typeface="Source Sans Pro Light"/>
            </a:endParaRPr>
          </a:p>
        </p:txBody>
      </p:sp>
    </p:spTree>
    <p:extLst>
      <p:ext uri="{BB962C8B-B14F-4D97-AF65-F5344CB8AC3E}">
        <p14:creationId xmlns:p14="http://schemas.microsoft.com/office/powerpoint/2010/main" val="78061987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Vertical Title and Text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/>
          <p:cNvSpPr>
            <a:spLocks noGrp="1"/>
          </p:cNvSpPr>
          <p:nvPr>
            <p:ph type="body" sz="quarter" idx="10" hasCustomPrompt="1"/>
          </p:nvPr>
        </p:nvSpPr>
        <p:spPr>
          <a:xfrm>
            <a:off x="1187794" y="2887760"/>
            <a:ext cx="6784975" cy="1058862"/>
          </a:xfrm>
          <a:prstGeom prst="rect">
            <a:avLst/>
          </a:prstGeom>
        </p:spPr>
        <p:txBody>
          <a:bodyPr vert="horz"/>
          <a:lstStyle/>
          <a:p>
            <a:pPr algn="ctr"/>
            <a:r>
              <a:rPr lang="en-US" sz="3200" b="1" spc="50" dirty="0">
                <a:solidFill>
                  <a:schemeClr val="tx2"/>
                </a:solidFill>
                <a:latin typeface="Source Sans Pro Light"/>
                <a:cs typeface="Source Sans Pro Light"/>
              </a:rPr>
              <a:t>I am thoroughly </a:t>
            </a:r>
            <a:r>
              <a:rPr lang="en-US" sz="3200" b="1" spc="50" dirty="0">
                <a:solidFill>
                  <a:schemeClr val="tx2"/>
                </a:solidFill>
                <a:latin typeface="Source Sans Pro"/>
                <a:cs typeface="Source Sans Pro"/>
              </a:rPr>
              <a:t>disruptive.</a:t>
            </a:r>
            <a:endParaRPr lang="en-US" sz="3200" b="1" spc="50" dirty="0">
              <a:solidFill>
                <a:schemeClr val="tx2"/>
              </a:solidFill>
              <a:latin typeface="Source Sans Pro Light"/>
              <a:cs typeface="Source Sans Pro Light"/>
            </a:endParaRPr>
          </a:p>
        </p:txBody>
      </p:sp>
      <p:sp>
        <p:nvSpPr>
          <p:cNvPr id="5" name="TextBox 4"/>
          <p:cNvSpPr txBox="1"/>
          <p:nvPr userDrawn="1"/>
        </p:nvSpPr>
        <p:spPr>
          <a:xfrm>
            <a:off x="647141" y="6436314"/>
            <a:ext cx="5856105" cy="2723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en-US" sz="900" dirty="0">
                <a:solidFill>
                  <a:srgbClr val="FFFFFF"/>
                </a:solidFill>
                <a:latin typeface="Verdana"/>
                <a:cs typeface="Verdana"/>
              </a:rPr>
              <a:t>©2014 CMOS</a:t>
            </a:r>
            <a:r>
              <a:rPr lang="en-US" sz="900" baseline="0" dirty="0">
                <a:solidFill>
                  <a:srgbClr val="FFFFFF"/>
                </a:solidFill>
                <a:latin typeface="Verdana"/>
                <a:cs typeface="Verdana"/>
              </a:rPr>
              <a:t> PA</a:t>
            </a:r>
            <a:r>
              <a:rPr lang="en-US" sz="900" dirty="0">
                <a:solidFill>
                  <a:srgbClr val="FFFFFF"/>
                </a:solidFill>
                <a:latin typeface="Verdana"/>
                <a:cs typeface="Verdana"/>
              </a:rPr>
              <a:t>  • Proprietary and Confidential</a:t>
            </a:r>
          </a:p>
        </p:txBody>
      </p:sp>
      <p:sp>
        <p:nvSpPr>
          <p:cNvPr id="6" name="Slide Number Placeholder 4"/>
          <p:cNvSpPr txBox="1">
            <a:spLocks/>
          </p:cNvSpPr>
          <p:nvPr userDrawn="1"/>
        </p:nvSpPr>
        <p:spPr bwMode="auto">
          <a:xfrm>
            <a:off x="272639" y="6400800"/>
            <a:ext cx="371475" cy="4556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10" tIns="45706" rIns="91410" bIns="45706"/>
          <a:lstStyle>
            <a:defPPr>
              <a:defRPr lang="en-US"/>
            </a:defPPr>
            <a:lvl1pPr marL="0" algn="l" defTabSz="457200" rtl="0" eaLnBrk="0" latinLnBrk="0" hangingPunct="0">
              <a:defRPr sz="2400" kern="1200">
                <a:solidFill>
                  <a:srgbClr val="FFFFFF"/>
                </a:solidFill>
                <a:latin typeface="Arial" charset="0"/>
                <a:ea typeface="ヒラギノ角ゴ ProN W3" charset="0"/>
                <a:cs typeface="ヒラギノ角ゴ ProN W3" charset="0"/>
                <a:sym typeface="Arial" charset="0"/>
              </a:defRPr>
            </a:lvl1pPr>
            <a:lvl2pPr marL="742411" indent="-285543" algn="l" defTabSz="457200" rtl="0" eaLnBrk="0" latinLnBrk="0" hangingPunct="0">
              <a:defRPr sz="2400" kern="1200">
                <a:solidFill>
                  <a:srgbClr val="FFFFFF"/>
                </a:solidFill>
                <a:latin typeface="Arial" charset="0"/>
                <a:ea typeface="ヒラギノ角ゴ ProN W3" charset="0"/>
                <a:cs typeface="ヒラギノ角ゴ ProN W3" charset="0"/>
                <a:sym typeface="Arial" charset="0"/>
              </a:defRPr>
            </a:lvl2pPr>
            <a:lvl3pPr marL="1142169" indent="-228435" algn="l" defTabSz="457200" rtl="0" eaLnBrk="0" latinLnBrk="0" hangingPunct="0">
              <a:defRPr sz="2400" kern="1200">
                <a:solidFill>
                  <a:srgbClr val="FFFFFF"/>
                </a:solidFill>
                <a:latin typeface="Arial" charset="0"/>
                <a:ea typeface="ヒラギノ角ゴ ProN W3" charset="0"/>
                <a:cs typeface="ヒラギノ角ゴ ProN W3" charset="0"/>
                <a:sym typeface="Arial" charset="0"/>
              </a:defRPr>
            </a:lvl3pPr>
            <a:lvl4pPr marL="1599039" indent="-228435" algn="l" defTabSz="457200" rtl="0" eaLnBrk="0" latinLnBrk="0" hangingPunct="0">
              <a:defRPr sz="2400" kern="1200">
                <a:solidFill>
                  <a:srgbClr val="FFFFFF"/>
                </a:solidFill>
                <a:latin typeface="Arial" charset="0"/>
                <a:ea typeface="ヒラギノ角ゴ ProN W3" charset="0"/>
                <a:cs typeface="ヒラギノ角ゴ ProN W3" charset="0"/>
                <a:sym typeface="Arial" charset="0"/>
              </a:defRPr>
            </a:lvl4pPr>
            <a:lvl5pPr marL="2055907" indent="-228435" algn="l" defTabSz="457200" rtl="0" eaLnBrk="0" latinLnBrk="0" hangingPunct="0">
              <a:defRPr sz="2400" kern="1200">
                <a:solidFill>
                  <a:srgbClr val="FFFFFF"/>
                </a:solidFill>
                <a:latin typeface="Arial" charset="0"/>
                <a:ea typeface="ヒラギノ角ゴ ProN W3" charset="0"/>
                <a:cs typeface="ヒラギノ角ゴ ProN W3" charset="0"/>
                <a:sym typeface="Arial" charset="0"/>
              </a:defRPr>
            </a:lvl5pPr>
            <a:lvl6pPr marL="2512777" indent="-228435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rgbClr val="FFFFFF"/>
                </a:solidFill>
                <a:latin typeface="Arial" charset="0"/>
                <a:ea typeface="ヒラギノ角ゴ ProN W3" charset="0"/>
                <a:cs typeface="ヒラギノ角ゴ ProN W3" charset="0"/>
                <a:sym typeface="Arial" charset="0"/>
              </a:defRPr>
            </a:lvl6pPr>
            <a:lvl7pPr marL="2969644" indent="-228435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rgbClr val="FFFFFF"/>
                </a:solidFill>
                <a:latin typeface="Arial" charset="0"/>
                <a:ea typeface="ヒラギノ角ゴ ProN W3" charset="0"/>
                <a:cs typeface="ヒラギノ角ゴ ProN W3" charset="0"/>
                <a:sym typeface="Arial" charset="0"/>
              </a:defRPr>
            </a:lvl7pPr>
            <a:lvl8pPr marL="3426515" indent="-228435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rgbClr val="FFFFFF"/>
                </a:solidFill>
                <a:latin typeface="Arial" charset="0"/>
                <a:ea typeface="ヒラギノ角ゴ ProN W3" charset="0"/>
                <a:cs typeface="ヒラギノ角ゴ ProN W3" charset="0"/>
                <a:sym typeface="Arial" charset="0"/>
              </a:defRPr>
            </a:lvl8pPr>
            <a:lvl9pPr marL="3883381" indent="-228435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rgbClr val="FFFFFF"/>
                </a:solidFill>
                <a:latin typeface="Arial" charset="0"/>
                <a:ea typeface="ヒラギノ角ゴ ProN W3" charset="0"/>
                <a:cs typeface="ヒラギノ角ゴ ProN W3" charset="0"/>
                <a:sym typeface="Arial" charset="0"/>
              </a:defRPr>
            </a:lvl9pPr>
          </a:lstStyle>
          <a:p>
            <a:pPr algn="ctr"/>
            <a:fld id="{8DA07FD4-9989-114B-8795-A0896A13FFB7}" type="slidenum">
              <a:rPr lang="en-US" sz="1400" smtClean="0">
                <a:solidFill>
                  <a:srgbClr val="FFFFFF"/>
                </a:solidFill>
                <a:latin typeface="Source Sans Pro Light"/>
                <a:cs typeface="Source Sans Pro Light"/>
              </a:rPr>
              <a:pPr algn="ctr"/>
              <a:t>‹#›</a:t>
            </a:fld>
            <a:endParaRPr lang="en-US" sz="1400" dirty="0">
              <a:solidFill>
                <a:srgbClr val="FFFFFF"/>
              </a:solidFill>
              <a:latin typeface="Source Sans Pro Light"/>
              <a:cs typeface="Source Sans Pro Light"/>
            </a:endParaRPr>
          </a:p>
        </p:txBody>
      </p:sp>
    </p:spTree>
    <p:extLst>
      <p:ext uri="{BB962C8B-B14F-4D97-AF65-F5344CB8AC3E}">
        <p14:creationId xmlns:p14="http://schemas.microsoft.com/office/powerpoint/2010/main" val="78059677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13053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0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11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12.xml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5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theme" Target="../theme/theme5.xml"/><Relationship Id="rId5" Type="http://schemas.openxmlformats.org/officeDocument/2006/relationships/slideLayout" Target="../slideLayouts/slideLayout17.xml"/><Relationship Id="rId4" Type="http://schemas.openxmlformats.org/officeDocument/2006/relationships/slideLayout" Target="../slideLayouts/slideLayout1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324562" y="6603992"/>
            <a:ext cx="486470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rgbClr val="FFFFFF"/>
                </a:solidFill>
                <a:latin typeface="Verdana"/>
                <a:cs typeface="Verdana"/>
              </a:rPr>
              <a:t>©2013 Skyhook Wireless Inc.</a:t>
            </a:r>
          </a:p>
        </p:txBody>
      </p:sp>
      <p:grpSp>
        <p:nvGrpSpPr>
          <p:cNvPr id="8" name="Group 7"/>
          <p:cNvGrpSpPr/>
          <p:nvPr/>
        </p:nvGrpSpPr>
        <p:grpSpPr>
          <a:xfrm rot="16200000">
            <a:off x="4502079" y="2222868"/>
            <a:ext cx="145142" cy="9149290"/>
            <a:chOff x="4856713" y="316444"/>
            <a:chExt cx="1472249" cy="7253076"/>
          </a:xfrm>
        </p:grpSpPr>
        <p:sp>
          <p:nvSpPr>
            <p:cNvPr id="9" name="Rectangle 8"/>
            <p:cNvSpPr/>
            <p:nvPr/>
          </p:nvSpPr>
          <p:spPr>
            <a:xfrm>
              <a:off x="4858508" y="5893765"/>
              <a:ext cx="1470438" cy="1675755"/>
            </a:xfrm>
            <a:prstGeom prst="rect">
              <a:avLst/>
            </a:prstGeom>
            <a:solidFill>
              <a:srgbClr val="00418C"/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/>
            <p:cNvSpPr/>
            <p:nvPr/>
          </p:nvSpPr>
          <p:spPr>
            <a:xfrm>
              <a:off x="4856713" y="326033"/>
              <a:ext cx="1472242" cy="419704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856715" y="316444"/>
              <a:ext cx="1472241" cy="411377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00A1E1"/>
                </a:solidFill>
              </a:endParaRP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856714" y="4430221"/>
              <a:ext cx="1472241" cy="497301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accent3"/>
                </a:solidFill>
              </a:endParaRPr>
            </a:p>
          </p:txBody>
        </p:sp>
        <p:sp>
          <p:nvSpPr>
            <p:cNvPr id="13" name="Rectangle 12"/>
            <p:cNvSpPr/>
            <p:nvPr/>
          </p:nvSpPr>
          <p:spPr>
            <a:xfrm>
              <a:off x="4856713" y="4915427"/>
              <a:ext cx="1472244" cy="147311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accent3"/>
                </a:solidFill>
              </a:endParaRPr>
            </a:p>
          </p:txBody>
        </p:sp>
        <p:sp>
          <p:nvSpPr>
            <p:cNvPr id="14" name="Rectangle 13"/>
            <p:cNvSpPr/>
            <p:nvPr/>
          </p:nvSpPr>
          <p:spPr>
            <a:xfrm>
              <a:off x="4856718" y="5031080"/>
              <a:ext cx="1472244" cy="862684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9" name="Slide Number Placeholder 4"/>
          <p:cNvSpPr txBox="1">
            <a:spLocks/>
          </p:cNvSpPr>
          <p:nvPr userDrawn="1"/>
        </p:nvSpPr>
        <p:spPr bwMode="auto">
          <a:xfrm>
            <a:off x="272639" y="6400800"/>
            <a:ext cx="371475" cy="4556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10" tIns="45706" rIns="91410" bIns="45706"/>
          <a:lstStyle>
            <a:defPPr>
              <a:defRPr lang="en-US"/>
            </a:defPPr>
            <a:lvl1pPr marL="0" algn="l" defTabSz="457200" rtl="0" eaLnBrk="0" latinLnBrk="0" hangingPunct="0">
              <a:defRPr sz="2400" kern="1200">
                <a:solidFill>
                  <a:srgbClr val="FFFFFF"/>
                </a:solidFill>
                <a:latin typeface="Arial" charset="0"/>
                <a:ea typeface="ヒラギノ角ゴ ProN W3" charset="0"/>
                <a:cs typeface="ヒラギノ角ゴ ProN W3" charset="0"/>
                <a:sym typeface="Arial" charset="0"/>
              </a:defRPr>
            </a:lvl1pPr>
            <a:lvl2pPr marL="742411" indent="-285543" algn="l" defTabSz="457200" rtl="0" eaLnBrk="0" latinLnBrk="0" hangingPunct="0">
              <a:defRPr sz="2400" kern="1200">
                <a:solidFill>
                  <a:srgbClr val="FFFFFF"/>
                </a:solidFill>
                <a:latin typeface="Arial" charset="0"/>
                <a:ea typeface="ヒラギノ角ゴ ProN W3" charset="0"/>
                <a:cs typeface="ヒラギノ角ゴ ProN W3" charset="0"/>
                <a:sym typeface="Arial" charset="0"/>
              </a:defRPr>
            </a:lvl2pPr>
            <a:lvl3pPr marL="1142169" indent="-228435" algn="l" defTabSz="457200" rtl="0" eaLnBrk="0" latinLnBrk="0" hangingPunct="0">
              <a:defRPr sz="2400" kern="1200">
                <a:solidFill>
                  <a:srgbClr val="FFFFFF"/>
                </a:solidFill>
                <a:latin typeface="Arial" charset="0"/>
                <a:ea typeface="ヒラギノ角ゴ ProN W3" charset="0"/>
                <a:cs typeface="ヒラギノ角ゴ ProN W3" charset="0"/>
                <a:sym typeface="Arial" charset="0"/>
              </a:defRPr>
            </a:lvl3pPr>
            <a:lvl4pPr marL="1599039" indent="-228435" algn="l" defTabSz="457200" rtl="0" eaLnBrk="0" latinLnBrk="0" hangingPunct="0">
              <a:defRPr sz="2400" kern="1200">
                <a:solidFill>
                  <a:srgbClr val="FFFFFF"/>
                </a:solidFill>
                <a:latin typeface="Arial" charset="0"/>
                <a:ea typeface="ヒラギノ角ゴ ProN W3" charset="0"/>
                <a:cs typeface="ヒラギノ角ゴ ProN W3" charset="0"/>
                <a:sym typeface="Arial" charset="0"/>
              </a:defRPr>
            </a:lvl4pPr>
            <a:lvl5pPr marL="2055907" indent="-228435" algn="l" defTabSz="457200" rtl="0" eaLnBrk="0" latinLnBrk="0" hangingPunct="0">
              <a:defRPr sz="2400" kern="1200">
                <a:solidFill>
                  <a:srgbClr val="FFFFFF"/>
                </a:solidFill>
                <a:latin typeface="Arial" charset="0"/>
                <a:ea typeface="ヒラギノ角ゴ ProN W3" charset="0"/>
                <a:cs typeface="ヒラギノ角ゴ ProN W3" charset="0"/>
                <a:sym typeface="Arial" charset="0"/>
              </a:defRPr>
            </a:lvl5pPr>
            <a:lvl6pPr marL="2512777" indent="-228435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rgbClr val="FFFFFF"/>
                </a:solidFill>
                <a:latin typeface="Arial" charset="0"/>
                <a:ea typeface="ヒラギノ角ゴ ProN W3" charset="0"/>
                <a:cs typeface="ヒラギノ角ゴ ProN W3" charset="0"/>
                <a:sym typeface="Arial" charset="0"/>
              </a:defRPr>
            </a:lvl6pPr>
            <a:lvl7pPr marL="2969644" indent="-228435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rgbClr val="FFFFFF"/>
                </a:solidFill>
                <a:latin typeface="Arial" charset="0"/>
                <a:ea typeface="ヒラギノ角ゴ ProN W3" charset="0"/>
                <a:cs typeface="ヒラギノ角ゴ ProN W3" charset="0"/>
                <a:sym typeface="Arial" charset="0"/>
              </a:defRPr>
            </a:lvl7pPr>
            <a:lvl8pPr marL="3426515" indent="-228435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rgbClr val="FFFFFF"/>
                </a:solidFill>
                <a:latin typeface="Arial" charset="0"/>
                <a:ea typeface="ヒラギノ角ゴ ProN W3" charset="0"/>
                <a:cs typeface="ヒラギノ角ゴ ProN W3" charset="0"/>
                <a:sym typeface="Arial" charset="0"/>
              </a:defRPr>
            </a:lvl8pPr>
            <a:lvl9pPr marL="3883381" indent="-228435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rgbClr val="FFFFFF"/>
                </a:solidFill>
                <a:latin typeface="Arial" charset="0"/>
                <a:ea typeface="ヒラギノ角ゴ ProN W3" charset="0"/>
                <a:cs typeface="ヒラギノ角ゴ ProN W3" charset="0"/>
                <a:sym typeface="Arial" charset="0"/>
              </a:defRPr>
            </a:lvl9pPr>
          </a:lstStyle>
          <a:p>
            <a:pPr algn="ctr"/>
            <a:fld id="{8DA07FD4-9989-114B-8795-A0896A13FFB7}" type="slidenum">
              <a:rPr lang="en-US" sz="1400" smtClean="0">
                <a:solidFill>
                  <a:schemeClr val="accent6"/>
                </a:solidFill>
                <a:latin typeface="Source Sans Pro Light"/>
                <a:cs typeface="Source Sans Pro Light"/>
              </a:rPr>
              <a:pPr algn="ctr"/>
              <a:t>‹#›</a:t>
            </a:fld>
            <a:endParaRPr lang="en-US" sz="1400" dirty="0">
              <a:solidFill>
                <a:schemeClr val="accent6"/>
              </a:solidFill>
              <a:latin typeface="Source Sans Pro Light"/>
              <a:cs typeface="Source Sans Pro Light"/>
            </a:endParaRPr>
          </a:p>
        </p:txBody>
      </p:sp>
    </p:spTree>
    <p:extLst>
      <p:ext uri="{BB962C8B-B14F-4D97-AF65-F5344CB8AC3E}">
        <p14:creationId xmlns:p14="http://schemas.microsoft.com/office/powerpoint/2010/main" val="23908993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  <p:sldLayoutId id="2147483732" r:id="rId2"/>
    <p:sldLayoutId id="2147483684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</p:sldLayoutIdLst>
  <p:hf hdr="0" ftr="0" dt="0"/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solidFill>
            <a:schemeClr val="accent1">
              <a:lumMod val="25000"/>
            </a:schemeClr>
          </a:solidFill>
          <a:latin typeface="Source Sans Pro Light"/>
          <a:ea typeface="+mj-ea"/>
          <a:cs typeface="Source Sans Pro Light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Clr>
          <a:schemeClr val="accent4"/>
        </a:buClr>
        <a:buSzPct val="75000"/>
        <a:buFontTx/>
        <a:buBlip>
          <a:blip r:embed="rId11"/>
        </a:buBlip>
        <a:defRPr sz="3200" kern="1200">
          <a:solidFill>
            <a:schemeClr val="tx1"/>
          </a:solidFill>
          <a:latin typeface="Source Sans Pro Light"/>
          <a:ea typeface="+mn-ea"/>
          <a:cs typeface="Source Sans Pro Light"/>
        </a:defRPr>
      </a:lvl1pPr>
      <a:lvl2pPr marL="742950" indent="-285750" algn="l" defTabSz="457200" rtl="0" eaLnBrk="1" latinLnBrk="0" hangingPunct="1">
        <a:spcBef>
          <a:spcPct val="20000"/>
        </a:spcBef>
        <a:buClr>
          <a:schemeClr val="accent4"/>
        </a:buClr>
        <a:buSzPct val="75000"/>
        <a:buFontTx/>
        <a:buBlip>
          <a:blip r:embed="rId11"/>
        </a:buBlip>
        <a:defRPr sz="2800" kern="1200">
          <a:solidFill>
            <a:schemeClr val="tx1"/>
          </a:solidFill>
          <a:latin typeface="Source Sans Pro Light"/>
          <a:ea typeface="+mn-ea"/>
          <a:cs typeface="Source Sans Pro Light"/>
        </a:defRPr>
      </a:lvl2pPr>
      <a:lvl3pPr marL="1143000" indent="-228600" algn="l" defTabSz="457200" rtl="0" eaLnBrk="1" latinLnBrk="0" hangingPunct="1">
        <a:spcBef>
          <a:spcPct val="20000"/>
        </a:spcBef>
        <a:buClr>
          <a:schemeClr val="accent4"/>
        </a:buClr>
        <a:buSzPct val="75000"/>
        <a:buFontTx/>
        <a:buBlip>
          <a:blip r:embed="rId11"/>
        </a:buBlip>
        <a:defRPr sz="2400" kern="1200">
          <a:solidFill>
            <a:schemeClr val="tx1"/>
          </a:solidFill>
          <a:latin typeface="Source Sans Pro Light"/>
          <a:ea typeface="+mn-ea"/>
          <a:cs typeface="Source Sans Pro Light"/>
        </a:defRPr>
      </a:lvl3pPr>
      <a:lvl4pPr marL="1600200" indent="-228600" algn="l" defTabSz="457200" rtl="0" eaLnBrk="1" latinLnBrk="0" hangingPunct="1">
        <a:spcBef>
          <a:spcPct val="20000"/>
        </a:spcBef>
        <a:buClr>
          <a:schemeClr val="accent4"/>
        </a:buClr>
        <a:buSzPct val="75000"/>
        <a:buFontTx/>
        <a:buBlip>
          <a:blip r:embed="rId11"/>
        </a:buBlip>
        <a:defRPr sz="2000" kern="1200">
          <a:solidFill>
            <a:schemeClr val="tx1"/>
          </a:solidFill>
          <a:latin typeface="Source Sans Pro Light"/>
          <a:ea typeface="+mn-ea"/>
          <a:cs typeface="Source Sans Pro Light"/>
        </a:defRPr>
      </a:lvl4pPr>
      <a:lvl5pPr marL="2057400" indent="-228600" algn="l" defTabSz="457200" rtl="0" eaLnBrk="1" latinLnBrk="0" hangingPunct="1">
        <a:spcBef>
          <a:spcPct val="20000"/>
        </a:spcBef>
        <a:buClr>
          <a:schemeClr val="accent4"/>
        </a:buClr>
        <a:buSzPct val="75000"/>
        <a:buFontTx/>
        <a:buBlip>
          <a:blip r:embed="rId11"/>
        </a:buBlip>
        <a:defRPr sz="2000" kern="1200">
          <a:solidFill>
            <a:schemeClr val="tx1"/>
          </a:solidFill>
          <a:latin typeface="Source Sans Pro Light"/>
          <a:ea typeface="+mn-ea"/>
          <a:cs typeface="Source Sans Pro Light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852267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342900" marR="0" lvl="0" indent="-342900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tabLst/>
              <a:defRPr/>
            </a:pPr>
            <a:r>
              <a:rPr kumimoji="0" lang="en-US" sz="3200" b="1" i="0" u="none" strike="noStrike" kern="1200" cap="none" spc="5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ource Sans Pro Light"/>
                <a:ea typeface="+mn-ea"/>
                <a:cs typeface="Source Sans Pro Light"/>
              </a:rPr>
              <a:t>I am thoroughly </a:t>
            </a:r>
            <a:r>
              <a:rPr kumimoji="0" lang="en-US" sz="3200" b="1" i="0" u="none" strike="noStrike" kern="1200" cap="none" spc="5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ource Sans Pro"/>
                <a:ea typeface="+mn-ea"/>
                <a:cs typeface="Source Sans Pro"/>
              </a:rPr>
              <a:t>disruptive.</a:t>
            </a:r>
            <a:endParaRPr kumimoji="0" lang="en-US" sz="3200" b="1" i="0" u="none" strike="noStrike" kern="1200" cap="none" spc="5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ource Sans Pro Light"/>
              <a:ea typeface="+mn-ea"/>
              <a:cs typeface="Source Sans Pro Light"/>
            </a:endParaRPr>
          </a:p>
        </p:txBody>
      </p:sp>
    </p:spTree>
    <p:extLst>
      <p:ext uri="{BB962C8B-B14F-4D97-AF65-F5344CB8AC3E}">
        <p14:creationId xmlns:p14="http://schemas.microsoft.com/office/powerpoint/2010/main" val="10570294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7" r:id="rId1"/>
  </p:sldLayoutIdLst>
  <p:hf hdr="0" ftr="0" dt="0"/>
  <p:txStyles>
    <p:titleStyle>
      <a:lvl1pPr marL="342900" marR="0" indent="-342900" algn="ctr" defTabSz="457200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Tx/>
        <a:buFontTx/>
        <a:buNone/>
        <a:tabLst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842850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4" r:id="rId1"/>
  </p:sldLayoutIdLst>
  <p:hf hdr="0" ftr="0" dt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1"/>
            <a:ext cx="9153407" cy="247952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200" b="1" spc="50" dirty="0">
                <a:solidFill>
                  <a:schemeClr val="accent6"/>
                </a:solidFill>
                <a:latin typeface="Source Sans Pro Light"/>
                <a:cs typeface="Source Sans Pro Light"/>
              </a:rPr>
              <a:t>One simple lead statement. Use </a:t>
            </a:r>
            <a:r>
              <a:rPr lang="en-US" sz="3200" b="1" spc="50" dirty="0">
                <a:solidFill>
                  <a:schemeClr val="accent6"/>
                </a:solidFill>
                <a:latin typeface="Source Sans Pro"/>
                <a:cs typeface="Source Sans Pro"/>
              </a:rPr>
              <a:t>bold for emphasis</a:t>
            </a:r>
            <a:r>
              <a:rPr lang="en-US" sz="3200" b="1" spc="50" dirty="0">
                <a:solidFill>
                  <a:schemeClr val="accent6"/>
                </a:solidFill>
                <a:latin typeface="Source Sans Pro Light"/>
                <a:cs typeface="Source Sans Pro Light"/>
              </a:rPr>
              <a:t>, but please do it sparingly.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05274" y="3367855"/>
            <a:ext cx="3174059" cy="260779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ource Sans Pro Light"/>
                <a:ea typeface="+mn-ea"/>
                <a:cs typeface="Source Sans Pro Light"/>
              </a:rPr>
              <a:t>1.   Introduction</a:t>
            </a:r>
          </a:p>
          <a:p>
            <a:pPr marL="0" marR="0" lvl="0" indent="0" algn="l" defTabSz="4572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ource Sans Pro Light"/>
                <a:ea typeface="+mn-ea"/>
                <a:cs typeface="Source Sans Pro Light"/>
              </a:rPr>
              <a:t>2.   Setup</a:t>
            </a:r>
          </a:p>
          <a:p>
            <a:pPr marL="0" marR="0" lvl="0" indent="0" algn="l" defTabSz="4572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ource Sans Pro Light"/>
                <a:ea typeface="+mn-ea"/>
                <a:cs typeface="Source Sans Pro Light"/>
              </a:rPr>
              <a:t>3.   Meat of the presentation</a:t>
            </a:r>
          </a:p>
          <a:p>
            <a:pPr marL="0" marR="0" lvl="0" indent="0" algn="l" defTabSz="4572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ource Sans Pro Light"/>
                <a:ea typeface="+mn-ea"/>
                <a:cs typeface="Source Sans Pro Light"/>
              </a:rPr>
              <a:t>4.   Black Sabbath track</a:t>
            </a:r>
          </a:p>
          <a:p>
            <a:pPr marL="0" marR="0" lvl="0" indent="0" algn="l" defTabSz="4572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ource Sans Pro Light"/>
                <a:ea typeface="+mn-ea"/>
                <a:cs typeface="Source Sans Pro Light"/>
              </a:rPr>
              <a:t>5.   Something cool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4562" y="6603992"/>
            <a:ext cx="486470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rgbClr val="FFFFFF"/>
                </a:solidFill>
                <a:latin typeface="Verdana"/>
                <a:cs typeface="Verdana"/>
              </a:rPr>
              <a:t>©2013 Skyhook Wireless Inc.</a:t>
            </a:r>
          </a:p>
        </p:txBody>
      </p:sp>
      <p:grpSp>
        <p:nvGrpSpPr>
          <p:cNvPr id="9" name="Group 8"/>
          <p:cNvGrpSpPr/>
          <p:nvPr/>
        </p:nvGrpSpPr>
        <p:grpSpPr>
          <a:xfrm rot="16200000">
            <a:off x="4502079" y="2222868"/>
            <a:ext cx="145142" cy="9149290"/>
            <a:chOff x="4856713" y="316444"/>
            <a:chExt cx="1472249" cy="7253076"/>
          </a:xfrm>
        </p:grpSpPr>
        <p:sp>
          <p:nvSpPr>
            <p:cNvPr id="10" name="Rectangle 9"/>
            <p:cNvSpPr/>
            <p:nvPr/>
          </p:nvSpPr>
          <p:spPr>
            <a:xfrm>
              <a:off x="4858508" y="5893765"/>
              <a:ext cx="1470438" cy="1675755"/>
            </a:xfrm>
            <a:prstGeom prst="rect">
              <a:avLst/>
            </a:prstGeom>
            <a:solidFill>
              <a:srgbClr val="00418C"/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856713" y="326033"/>
              <a:ext cx="1472242" cy="419704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856715" y="316444"/>
              <a:ext cx="1472241" cy="411377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00A1E1"/>
                </a:solidFill>
              </a:endParaRPr>
            </a:p>
          </p:txBody>
        </p:sp>
        <p:sp>
          <p:nvSpPr>
            <p:cNvPr id="13" name="Rectangle 12"/>
            <p:cNvSpPr/>
            <p:nvPr/>
          </p:nvSpPr>
          <p:spPr>
            <a:xfrm>
              <a:off x="4856714" y="4430221"/>
              <a:ext cx="1472241" cy="497301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accent3"/>
                </a:solidFill>
              </a:endParaRPr>
            </a:p>
          </p:txBody>
        </p:sp>
        <p:sp>
          <p:nvSpPr>
            <p:cNvPr id="14" name="Rectangle 13"/>
            <p:cNvSpPr/>
            <p:nvPr/>
          </p:nvSpPr>
          <p:spPr>
            <a:xfrm>
              <a:off x="4856713" y="4915427"/>
              <a:ext cx="1472244" cy="147311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accent3"/>
                </a:solidFill>
              </a:endParaRP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4856718" y="5031080"/>
              <a:ext cx="1472244" cy="862684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6" name="Group 15"/>
          <p:cNvGrpSpPr/>
          <p:nvPr/>
        </p:nvGrpSpPr>
        <p:grpSpPr>
          <a:xfrm>
            <a:off x="102821" y="6436314"/>
            <a:ext cx="8928625" cy="288628"/>
            <a:chOff x="102821" y="6436314"/>
            <a:chExt cx="8928625" cy="288628"/>
          </a:xfrm>
        </p:grpSpPr>
        <p:pic>
          <p:nvPicPr>
            <p:cNvPr id="17" name="Picture 16" descr="logo-2.png"/>
            <p:cNvPicPr>
              <a:picLocks noChangeAspect="1"/>
            </p:cNvPicPr>
            <p:nvPr/>
          </p:nvPicPr>
          <p:blipFill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7088346" y="6460338"/>
              <a:ext cx="1943100" cy="264604"/>
            </a:xfrm>
            <a:prstGeom prst="rect">
              <a:avLst/>
            </a:prstGeom>
          </p:spPr>
        </p:pic>
        <p:sp>
          <p:nvSpPr>
            <p:cNvPr id="18" name="TextBox 17"/>
            <p:cNvSpPr txBox="1"/>
            <p:nvPr/>
          </p:nvSpPr>
          <p:spPr>
            <a:xfrm>
              <a:off x="102821" y="6436314"/>
              <a:ext cx="5856105" cy="27238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sz="900" dirty="0">
                  <a:solidFill>
                    <a:schemeClr val="accent1">
                      <a:lumMod val="25000"/>
                    </a:schemeClr>
                  </a:solidFill>
                  <a:latin typeface="Verdana"/>
                  <a:cs typeface="Verdana"/>
                </a:rPr>
                <a:t>©2014 CMOS</a:t>
              </a:r>
              <a:r>
                <a:rPr lang="en-US" sz="900" baseline="0" dirty="0">
                  <a:solidFill>
                    <a:schemeClr val="accent1">
                      <a:lumMod val="25000"/>
                    </a:schemeClr>
                  </a:solidFill>
                  <a:latin typeface="Verdana"/>
                  <a:cs typeface="Verdana"/>
                </a:rPr>
                <a:t> PA</a:t>
              </a:r>
              <a:r>
                <a:rPr lang="en-US" sz="900" dirty="0">
                  <a:solidFill>
                    <a:schemeClr val="accent1">
                      <a:lumMod val="25000"/>
                    </a:schemeClr>
                  </a:solidFill>
                  <a:latin typeface="Verdana"/>
                  <a:cs typeface="Verdana"/>
                </a:rPr>
                <a:t>  • Proprietary and Confidential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2169272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3" r:id="rId1"/>
  </p:sldLayoutIdLst>
  <p:hf hdr="0" ftr="0" dt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accent6"/>
          </a:solidFill>
          <a:latin typeface="+mj-lt"/>
          <a:ea typeface="+mj-ea"/>
          <a:cs typeface="+mj-cs"/>
        </a:defRPr>
      </a:lvl1pPr>
    </p:titleStyle>
    <p:bodyStyle>
      <a:lvl1pPr marL="0" marR="0" indent="0" algn="l" defTabSz="457200" rtl="0" eaLnBrk="1" fontAlgn="auto" latinLnBrk="0" hangingPunct="1">
        <a:lnSpc>
          <a:spcPct val="13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745066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0" r:id="rId1"/>
    <p:sldLayoutId id="2147483719" r:id="rId2"/>
    <p:sldLayoutId id="2147483722" r:id="rId3"/>
    <p:sldLayoutId id="2147483721" r:id="rId4"/>
    <p:sldLayoutId id="2147483724" r:id="rId5"/>
  </p:sldLayoutIdLst>
  <p:hf hdr="0" ftr="0" dt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accent6"/>
          </a:solidFill>
          <a:latin typeface="+mj-lt"/>
          <a:ea typeface="+mj-ea"/>
          <a:cs typeface="+mj-cs"/>
        </a:defRPr>
      </a:lvl1pPr>
    </p:titleStyle>
    <p:bodyStyle>
      <a:lvl1pPr marL="0" marR="0" indent="0" algn="l" defTabSz="457200" rtl="0" eaLnBrk="1" fontAlgn="auto" latinLnBrk="0" hangingPunct="1">
        <a:lnSpc>
          <a:spcPct val="13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Lab  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  <a:p>
            <a:r>
              <a:rPr lang="en-US" dirty="0"/>
              <a:t>Dr. Farshid Alizadeh-</a:t>
            </a:r>
            <a:r>
              <a:rPr lang="en-US" dirty="0" err="1"/>
              <a:t>Shabdiz</a:t>
            </a:r>
            <a:endParaRPr lang="en-US" dirty="0"/>
          </a:p>
          <a:p>
            <a:r>
              <a:rPr lang="en-US" dirty="0"/>
              <a:t>Fall 2020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41CB934-E044-4302-ADC1-76B15BC79772}" type="slidenum">
              <a:rPr lang="en-US" smtClean="0"/>
              <a:pPr/>
              <a:t>1</a:t>
            </a:fld>
            <a:endParaRPr lang="en-US"/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D680E87-BA7A-B742-9AB8-70309AB029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776178"/>
            <a:ext cx="8229600" cy="5349986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Use Boston Hosing data, which is called “Boston” part of MASS library.</a:t>
            </a:r>
          </a:p>
          <a:p>
            <a:pPr lvl="1"/>
            <a:r>
              <a:rPr lang="en-US" dirty="0"/>
              <a:t>library(MASS)</a:t>
            </a:r>
          </a:p>
          <a:p>
            <a:pPr lvl="1"/>
            <a:r>
              <a:rPr lang="en-US" dirty="0"/>
              <a:t>library(ISLR)</a:t>
            </a:r>
          </a:p>
          <a:p>
            <a:pPr marL="0" indent="0">
              <a:buNone/>
            </a:pPr>
            <a:r>
              <a:rPr lang="en-US" dirty="0"/>
              <a:t>Questions:</a:t>
            </a:r>
          </a:p>
          <a:p>
            <a:pPr marL="0" indent="0">
              <a:buNone/>
            </a:pPr>
            <a:r>
              <a:rPr lang="en-US" dirty="0"/>
              <a:t>Estimate “</a:t>
            </a:r>
            <a:r>
              <a:rPr lang="en-US" dirty="0" err="1"/>
              <a:t>medv</a:t>
            </a:r>
            <a:r>
              <a:rPr lang="en-US" dirty="0"/>
              <a:t>” (median value of owner occupied homes) as a function of all the variables </a:t>
            </a:r>
          </a:p>
          <a:p>
            <a:r>
              <a:rPr lang="en-US" dirty="0"/>
              <a:t>with </a:t>
            </a:r>
            <a:r>
              <a:rPr lang="en-US"/>
              <a:t>Lasso regularization </a:t>
            </a:r>
            <a:r>
              <a:rPr lang="en-US" dirty="0"/>
              <a:t>– choose the best lambda and print list of </a:t>
            </a:r>
            <a:r>
              <a:rPr lang="en-US" dirty="0" err="1"/>
              <a:t>coef</a:t>
            </a:r>
            <a:r>
              <a:rPr lang="en-US" dirty="0"/>
              <a:t> of predictors</a:t>
            </a:r>
          </a:p>
          <a:p>
            <a:r>
              <a:rPr lang="en-US" dirty="0"/>
              <a:t>With Ridge Regression or L2-norm – choose lambda and parameters – choose the best lambda and print list of </a:t>
            </a:r>
            <a:r>
              <a:rPr lang="en-US" dirty="0" err="1"/>
              <a:t>coef</a:t>
            </a:r>
            <a:r>
              <a:rPr lang="en-US" dirty="0"/>
              <a:t> of predictors</a:t>
            </a:r>
          </a:p>
        </p:txBody>
      </p:sp>
    </p:spTree>
    <p:extLst>
      <p:ext uri="{BB962C8B-B14F-4D97-AF65-F5344CB8AC3E}">
        <p14:creationId xmlns:p14="http://schemas.microsoft.com/office/powerpoint/2010/main" val="4206299931"/>
      </p:ext>
    </p:extLst>
  </p:cSld>
  <p:clrMapOvr>
    <a:masterClrMapping/>
  </p:clrMapOvr>
</p:sld>
</file>

<file path=ppt/theme/theme1.xml><?xml version="1.0" encoding="utf-8"?>
<a:theme xmlns:a="http://schemas.openxmlformats.org/drawingml/2006/main" name="PPT-Template_1-10-2014">
  <a:themeElements>
    <a:clrScheme name="Custom 4">
      <a:dk1>
        <a:sysClr val="windowText" lastClr="000000"/>
      </a:dk1>
      <a:lt1>
        <a:sysClr val="window" lastClr="FFFFFF"/>
      </a:lt1>
      <a:dk2>
        <a:srgbClr val="004A74"/>
      </a:dk2>
      <a:lt2>
        <a:srgbClr val="FED292"/>
      </a:lt2>
      <a:accent1>
        <a:srgbClr val="E5E0DB"/>
      </a:accent1>
      <a:accent2>
        <a:srgbClr val="887F79"/>
      </a:accent2>
      <a:accent3>
        <a:srgbClr val="C2BDB9"/>
      </a:accent3>
      <a:accent4>
        <a:srgbClr val="00A1E1"/>
      </a:accent4>
      <a:accent5>
        <a:srgbClr val="F69386"/>
      </a:accent5>
      <a:accent6>
        <a:srgbClr val="FF6B00"/>
      </a:accent6>
      <a:hlink>
        <a:srgbClr val="FF6B00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/>
      <a:bodyPr vert="horz" lIns="91440" tIns="45720" rIns="91440" bIns="45720" rtlCol="0">
        <a:normAutofit/>
      </a:bodyPr>
      <a:lstStyle>
        <a:defPPr>
          <a:defRPr sz="2000" dirty="0" smtClean="0">
            <a:solidFill>
              <a:prstClr val="black"/>
            </a:solidFill>
            <a:latin typeface="Source Sans Pro Light"/>
            <a:cs typeface="Source Sans Pro Light"/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4_Office Theme">
  <a:themeElements>
    <a:clrScheme name="Custom 4">
      <a:dk1>
        <a:sysClr val="windowText" lastClr="000000"/>
      </a:dk1>
      <a:lt1>
        <a:sysClr val="window" lastClr="FFFFFF"/>
      </a:lt1>
      <a:dk2>
        <a:srgbClr val="004A74"/>
      </a:dk2>
      <a:lt2>
        <a:srgbClr val="FED292"/>
      </a:lt2>
      <a:accent1>
        <a:srgbClr val="E5E0DB"/>
      </a:accent1>
      <a:accent2>
        <a:srgbClr val="887F79"/>
      </a:accent2>
      <a:accent3>
        <a:srgbClr val="C2BDB9"/>
      </a:accent3>
      <a:accent4>
        <a:srgbClr val="00A1E1"/>
      </a:accent4>
      <a:accent5>
        <a:srgbClr val="F69386"/>
      </a:accent5>
      <a:accent6>
        <a:srgbClr val="FF6B00"/>
      </a:accent6>
      <a:hlink>
        <a:srgbClr val="FF6B00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/>
      <a:bodyPr vert="horz" lIns="91440" tIns="45720" rIns="91440" bIns="45720" rtlCol="0">
        <a:normAutofit/>
      </a:bodyPr>
      <a:lstStyle>
        <a:defPPr>
          <a:defRPr sz="2000" dirty="0" smtClean="0">
            <a:solidFill>
              <a:prstClr val="black"/>
            </a:solidFill>
            <a:latin typeface="Source Sans Pro Light"/>
            <a:cs typeface="Source Sans Pro Light"/>
          </a:defRPr>
        </a:defPPr>
      </a:lstStyle>
    </a:txDef>
  </a:objectDefaults>
  <a:extraClrSchemeLst/>
</a:theme>
</file>

<file path=ppt/theme/theme3.xml><?xml version="1.0" encoding="utf-8"?>
<a:theme xmlns:a="http://schemas.openxmlformats.org/drawingml/2006/main" name="3_Office Theme">
  <a:themeElements>
    <a:clrScheme name="Custom 4">
      <a:dk1>
        <a:sysClr val="windowText" lastClr="000000"/>
      </a:dk1>
      <a:lt1>
        <a:sysClr val="window" lastClr="FFFFFF"/>
      </a:lt1>
      <a:dk2>
        <a:srgbClr val="004A74"/>
      </a:dk2>
      <a:lt2>
        <a:srgbClr val="FED292"/>
      </a:lt2>
      <a:accent1>
        <a:srgbClr val="E5E0DB"/>
      </a:accent1>
      <a:accent2>
        <a:srgbClr val="887F79"/>
      </a:accent2>
      <a:accent3>
        <a:srgbClr val="C2BDB9"/>
      </a:accent3>
      <a:accent4>
        <a:srgbClr val="00A1E1"/>
      </a:accent4>
      <a:accent5>
        <a:srgbClr val="F69386"/>
      </a:accent5>
      <a:accent6>
        <a:srgbClr val="FF6B00"/>
      </a:accent6>
      <a:hlink>
        <a:srgbClr val="FF6B00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/>
      <a:bodyPr vert="horz" lIns="91440" tIns="45720" rIns="91440" bIns="45720" rtlCol="0">
        <a:normAutofit/>
      </a:bodyPr>
      <a:lstStyle>
        <a:defPPr>
          <a:defRPr sz="2000" dirty="0" smtClean="0">
            <a:solidFill>
              <a:prstClr val="black"/>
            </a:solidFill>
            <a:latin typeface="Source Sans Pro Light"/>
            <a:cs typeface="Source Sans Pro Light"/>
          </a:defRPr>
        </a:defPPr>
      </a:lstStyle>
    </a:txDef>
  </a:objectDefaults>
  <a:extraClrSchemeLst/>
</a:theme>
</file>

<file path=ppt/theme/theme4.xml><?xml version="1.0" encoding="utf-8"?>
<a:theme xmlns:a="http://schemas.openxmlformats.org/drawingml/2006/main" name="2_Office Theme">
  <a:themeElements>
    <a:clrScheme name="Custom 4">
      <a:dk1>
        <a:sysClr val="windowText" lastClr="000000"/>
      </a:dk1>
      <a:lt1>
        <a:sysClr val="window" lastClr="FFFFFF"/>
      </a:lt1>
      <a:dk2>
        <a:srgbClr val="004A74"/>
      </a:dk2>
      <a:lt2>
        <a:srgbClr val="FED292"/>
      </a:lt2>
      <a:accent1>
        <a:srgbClr val="E5E0DB"/>
      </a:accent1>
      <a:accent2>
        <a:srgbClr val="887F79"/>
      </a:accent2>
      <a:accent3>
        <a:srgbClr val="C2BDB9"/>
      </a:accent3>
      <a:accent4>
        <a:srgbClr val="00A1E1"/>
      </a:accent4>
      <a:accent5>
        <a:srgbClr val="F69386"/>
      </a:accent5>
      <a:accent6>
        <a:srgbClr val="FF6B00"/>
      </a:accent6>
      <a:hlink>
        <a:srgbClr val="FF6B00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5.xml><?xml version="1.0" encoding="utf-8"?>
<a:theme xmlns:a="http://schemas.openxmlformats.org/drawingml/2006/main" name="5_Office Theme">
  <a:themeElements>
    <a:clrScheme name="Custom 4">
      <a:dk1>
        <a:sysClr val="windowText" lastClr="000000"/>
      </a:dk1>
      <a:lt1>
        <a:sysClr val="window" lastClr="FFFFFF"/>
      </a:lt1>
      <a:dk2>
        <a:srgbClr val="004A74"/>
      </a:dk2>
      <a:lt2>
        <a:srgbClr val="FED292"/>
      </a:lt2>
      <a:accent1>
        <a:srgbClr val="E5E0DB"/>
      </a:accent1>
      <a:accent2>
        <a:srgbClr val="887F79"/>
      </a:accent2>
      <a:accent3>
        <a:srgbClr val="C2BDB9"/>
      </a:accent3>
      <a:accent4>
        <a:srgbClr val="00A1E1"/>
      </a:accent4>
      <a:accent5>
        <a:srgbClr val="F69386"/>
      </a:accent5>
      <a:accent6>
        <a:srgbClr val="FF6B00"/>
      </a:accent6>
      <a:hlink>
        <a:srgbClr val="FF6B00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7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PPT-Template_1-10-2014.potx</Template>
  <TotalTime>36472</TotalTime>
  <Words>90</Words>
  <Application>Microsoft Macintosh PowerPoint</Application>
  <PresentationFormat>On-screen Show (4:3)</PresentationFormat>
  <Paragraphs>13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5</vt:i4>
      </vt:variant>
      <vt:variant>
        <vt:lpstr>Slide Titles</vt:lpstr>
      </vt:variant>
      <vt:variant>
        <vt:i4>2</vt:i4>
      </vt:variant>
    </vt:vector>
  </HeadingPairs>
  <TitlesOfParts>
    <vt:vector size="12" baseType="lpstr">
      <vt:lpstr>Arial</vt:lpstr>
      <vt:lpstr>Calibri</vt:lpstr>
      <vt:lpstr>Source Sans Pro</vt:lpstr>
      <vt:lpstr>Source Sans Pro Light</vt:lpstr>
      <vt:lpstr>Verdana</vt:lpstr>
      <vt:lpstr>PPT-Template_1-10-2014</vt:lpstr>
      <vt:lpstr>4_Office Theme</vt:lpstr>
      <vt:lpstr>3_Office Theme</vt:lpstr>
      <vt:lpstr>2_Office Theme</vt:lpstr>
      <vt:lpstr>5_Office Theme</vt:lpstr>
      <vt:lpstr>Lab  </vt:lpstr>
      <vt:lpstr>PowerPoint Presentation</vt:lpstr>
    </vt:vector>
  </TitlesOfParts>
  <Company>Skyhook Wireless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Boris Savic</dc:creator>
  <cp:lastModifiedBy>Farshid Alizadeh Shabdiz</cp:lastModifiedBy>
  <cp:revision>989</cp:revision>
  <cp:lastPrinted>2020-09-14T18:03:49Z</cp:lastPrinted>
  <dcterms:created xsi:type="dcterms:W3CDTF">2013-11-04T15:09:51Z</dcterms:created>
  <dcterms:modified xsi:type="dcterms:W3CDTF">2022-03-23T02:41:37Z</dcterms:modified>
</cp:coreProperties>
</file>