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theme/theme4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705" r:id="rId2"/>
    <p:sldMasterId id="2147483703" r:id="rId3"/>
    <p:sldMasterId id="2147483672" r:id="rId4"/>
    <p:sldMasterId id="2147483718" r:id="rId5"/>
  </p:sldMasterIdLst>
  <p:notesMasterIdLst>
    <p:notesMasterId r:id="rId8"/>
  </p:notesMasterIdLst>
  <p:handoutMasterIdLst>
    <p:handoutMasterId r:id="rId9"/>
  </p:handoutMasterIdLst>
  <p:sldIdLst>
    <p:sldId id="630" r:id="rId6"/>
    <p:sldId id="631" r:id="rId7"/>
  </p:sldIdLst>
  <p:sldSz cx="9144000" cy="6858000" type="screen4x3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19">
          <p15:clr>
            <a:srgbClr val="A4A3A4"/>
          </p15:clr>
        </p15:guide>
        <p15:guide id="2" pos="3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B2DA5C"/>
    <a:srgbClr val="D1FF6B"/>
    <a:srgbClr val="597B0D"/>
    <a:srgbClr val="0F7AAD"/>
    <a:srgbClr val="094876"/>
    <a:srgbClr val="14A1E5"/>
    <a:srgbClr val="77E2FF"/>
    <a:srgbClr val="AE4A13"/>
    <a:srgbClr val="9AD519"/>
    <a:srgbClr val="1641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19" autoAdjust="0"/>
    <p:restoredTop sz="85918" autoAdjust="0"/>
  </p:normalViewPr>
  <p:slideViewPr>
    <p:cSldViewPr snapToGrid="0" snapToObjects="1">
      <p:cViewPr varScale="1">
        <p:scale>
          <a:sx n="109" d="100"/>
          <a:sy n="109" d="100"/>
        </p:scale>
        <p:origin x="2104" y="184"/>
      </p:cViewPr>
      <p:guideLst>
        <p:guide orient="horz" pos="4319"/>
        <p:guide pos="3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8" d="100"/>
        <a:sy n="158" d="100"/>
      </p:scale>
      <p:origin x="0" y="27416"/>
    </p:cViewPr>
  </p:sorterViewPr>
  <p:notesViewPr>
    <p:cSldViewPr snapToGrid="0" snapToObjects="1">
      <p:cViewPr varScale="1">
        <p:scale>
          <a:sx n="114" d="100"/>
          <a:sy n="114" d="100"/>
        </p:scale>
        <p:origin x="-5152" y="-104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1EFD5D00-21F7-954C-B79D-A429ED413661}" type="datetime1">
              <a:rPr lang="en-US" smtClean="0"/>
              <a:pPr/>
              <a:t>4/11/24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648B806-29CE-7A46-9841-57A57AA4D1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0365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DDDAA38-C52A-B740-83E8-BA3BE7700129}" type="datetime1">
              <a:rPr lang="en-US" smtClean="0"/>
              <a:pPr/>
              <a:t>4/11/24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4D0F24F4-3247-2B4F-AACD-C457ED29B7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04055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 userDrawn="1"/>
        </p:nvGrpSpPr>
        <p:grpSpPr>
          <a:xfrm>
            <a:off x="-3" y="6179278"/>
            <a:ext cx="9158706" cy="690806"/>
            <a:chOff x="-3" y="6179278"/>
            <a:chExt cx="9158706" cy="690806"/>
          </a:xfrm>
        </p:grpSpPr>
        <p:sp>
          <p:nvSpPr>
            <p:cNvPr id="11" name="TextBox 10"/>
            <p:cNvSpPr txBox="1"/>
            <p:nvPr/>
          </p:nvSpPr>
          <p:spPr>
            <a:xfrm>
              <a:off x="333969" y="6603992"/>
              <a:ext cx="486470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solidFill>
                    <a:srgbClr val="FFFFFF"/>
                  </a:solidFill>
                  <a:latin typeface="Verdana"/>
                  <a:cs typeface="Verdana"/>
                </a:rPr>
                <a:t>©2013 Skyhook Wireless Inc.</a:t>
              </a:r>
            </a:p>
          </p:txBody>
        </p:sp>
        <p:grpSp>
          <p:nvGrpSpPr>
            <p:cNvPr id="12" name="Group 11"/>
            <p:cNvGrpSpPr/>
            <p:nvPr/>
          </p:nvGrpSpPr>
          <p:grpSpPr>
            <a:xfrm rot="16200000">
              <a:off x="4233947" y="1945328"/>
              <a:ext cx="690806" cy="9158706"/>
              <a:chOff x="4856713" y="308981"/>
              <a:chExt cx="1551428" cy="7260540"/>
            </a:xfrm>
          </p:grpSpPr>
          <p:sp>
            <p:nvSpPr>
              <p:cNvPr id="15" name="Rectangle 14"/>
              <p:cNvSpPr/>
              <p:nvPr/>
            </p:nvSpPr>
            <p:spPr>
              <a:xfrm>
                <a:off x="4858508" y="5615975"/>
                <a:ext cx="1470438" cy="1953546"/>
              </a:xfrm>
              <a:prstGeom prst="rect">
                <a:avLst/>
              </a:prstGeom>
              <a:solidFill>
                <a:srgbClr val="00418C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4856713" y="326033"/>
                <a:ext cx="1472242" cy="419704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4935901" y="308981"/>
                <a:ext cx="1472240" cy="412123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A1E1"/>
                  </a:solidFill>
                </a:endParaRPr>
              </a:p>
            </p:txBody>
          </p:sp>
          <p:sp>
            <p:nvSpPr>
              <p:cNvPr id="18" name="Rectangle 17"/>
              <p:cNvSpPr/>
              <p:nvPr/>
            </p:nvSpPr>
            <p:spPr>
              <a:xfrm>
                <a:off x="4856716" y="3993078"/>
                <a:ext cx="1472240" cy="612898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3"/>
                  </a:solidFill>
                </a:endParaRPr>
              </a:p>
            </p:txBody>
          </p:sp>
          <p:sp>
            <p:nvSpPr>
              <p:cNvPr id="19" name="Rectangle 18"/>
              <p:cNvSpPr/>
              <p:nvPr/>
            </p:nvSpPr>
            <p:spPr>
              <a:xfrm>
                <a:off x="4856714" y="4605977"/>
                <a:ext cx="1472245" cy="147311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3"/>
                  </a:solidFill>
                </a:endParaRPr>
              </a:p>
            </p:txBody>
          </p:sp>
          <p:sp>
            <p:nvSpPr>
              <p:cNvPr id="20" name="Rectangle 19"/>
              <p:cNvSpPr/>
              <p:nvPr/>
            </p:nvSpPr>
            <p:spPr>
              <a:xfrm>
                <a:off x="4856715" y="4753290"/>
                <a:ext cx="1472247" cy="870143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78323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2_Title Slide">
    <p:bg>
      <p:bgPr>
        <a:solidFill>
          <a:srgbClr val="3260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4240" y="1880838"/>
            <a:ext cx="6449760" cy="1470394"/>
          </a:xfrm>
        </p:spPr>
        <p:txBody>
          <a:bodyPr anchor="b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4240" y="3429001"/>
            <a:ext cx="6497280" cy="1752664"/>
          </a:xfrm>
        </p:spPr>
        <p:txBody>
          <a:bodyPr/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14726" indent="0" algn="ctr">
              <a:buNone/>
              <a:defRPr/>
            </a:lvl2pPr>
            <a:lvl3pPr marL="829452" indent="0" algn="ctr">
              <a:buNone/>
              <a:defRPr/>
            </a:lvl3pPr>
            <a:lvl4pPr marL="1244178" indent="0" algn="ctr">
              <a:buNone/>
              <a:defRPr/>
            </a:lvl4pPr>
            <a:lvl5pPr marL="1658904" indent="0" algn="ctr">
              <a:buNone/>
              <a:defRPr/>
            </a:lvl5pPr>
            <a:lvl6pPr marL="2073631" indent="0" algn="ctr">
              <a:buNone/>
              <a:defRPr/>
            </a:lvl6pPr>
            <a:lvl7pPr marL="2488357" indent="0" algn="ctr">
              <a:buNone/>
              <a:defRPr/>
            </a:lvl7pPr>
            <a:lvl8pPr marL="2903083" indent="0" algn="ctr">
              <a:buNone/>
              <a:defRPr/>
            </a:lvl8pPr>
            <a:lvl9pPr marL="3317809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7839" y="6539726"/>
            <a:ext cx="336960" cy="222176"/>
          </a:xfrm>
          <a:prstGeom prst="rect">
            <a:avLst/>
          </a:prstGeom>
        </p:spPr>
        <p:txBody>
          <a:bodyPr lIns="82945" tIns="41473" rIns="82945" bIns="41473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41CB934-E044-4302-ADC1-76B15BC7977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/>
          <p:cNvCxnSpPr/>
          <p:nvPr userDrawn="1"/>
        </p:nvCxnSpPr>
        <p:spPr bwMode="auto">
          <a:xfrm rot="5400000">
            <a:off x="-128291" y="3429000"/>
            <a:ext cx="2488581" cy="1440"/>
          </a:xfrm>
          <a:prstGeom prst="line">
            <a:avLst/>
          </a:prstGeom>
          <a:solidFill>
            <a:srgbClr val="00CC99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Straight Connector 7"/>
          <p:cNvCxnSpPr/>
          <p:nvPr userDrawn="1"/>
        </p:nvCxnSpPr>
        <p:spPr bwMode="auto">
          <a:xfrm rot="5400000">
            <a:off x="358389" y="6642351"/>
            <a:ext cx="207382" cy="1440"/>
          </a:xfrm>
          <a:prstGeom prst="line">
            <a:avLst/>
          </a:prstGeom>
          <a:solidFill>
            <a:srgbClr val="00CC99"/>
          </a:solidFill>
          <a:ln w="31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213329813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172169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2E7F03-D07B-7543-BB39-D0631503D827}"/>
              </a:ext>
            </a:extLst>
          </p:cNvPr>
          <p:cNvSpPr txBox="1"/>
          <p:nvPr userDrawn="1"/>
        </p:nvSpPr>
        <p:spPr>
          <a:xfrm>
            <a:off x="2335696" y="6609522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endParaRPr lang="en-US" sz="2000" dirty="0">
              <a:solidFill>
                <a:prstClr val="black"/>
              </a:solidFill>
              <a:latin typeface="Source Sans Pro Light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2134969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9993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12062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rmAutofit/>
          </a:bodyPr>
          <a:lstStyle>
            <a:lvl1pPr marL="0" indent="0">
              <a:buNone/>
              <a:defRPr sz="2200" b="1">
                <a:solidFill>
                  <a:schemeClr val="accent1">
                    <a:lumMod val="25000"/>
                  </a:schemeClr>
                </a:solidFill>
                <a:latin typeface="Source Sans Pro"/>
                <a:cs typeface="Source Sans Pro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rmAutofit/>
          </a:bodyPr>
          <a:lstStyle>
            <a:lvl1pPr marL="0" indent="0">
              <a:buNone/>
              <a:defRPr sz="2200" b="1">
                <a:solidFill>
                  <a:schemeClr val="accent1">
                    <a:lumMod val="25000"/>
                  </a:schemeClr>
                </a:solidFill>
                <a:latin typeface="Source Sans Pro"/>
                <a:cs typeface="Source Sans Pro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28998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none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13538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7616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1531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809038" y="2967831"/>
            <a:ext cx="7544740" cy="912813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>
                <a:solidFill>
                  <a:srgbClr val="004A74"/>
                </a:solidFill>
              </a:defRPr>
            </a:lvl1pPr>
          </a:lstStyle>
          <a:p>
            <a:pPr algn="ctr"/>
            <a:r>
              <a:rPr lang="en-US" sz="3200" b="1" spc="50" dirty="0">
                <a:solidFill>
                  <a:srgbClr val="FFFFFF"/>
                </a:solidFill>
                <a:latin typeface="Source Sans Pro Light"/>
                <a:cs typeface="Source Sans Pro Light"/>
              </a:rPr>
              <a:t>I am thoroughly </a:t>
            </a:r>
            <a:r>
              <a:rPr lang="en-US" sz="3200" b="1" spc="50" dirty="0">
                <a:solidFill>
                  <a:srgbClr val="FFFFFF"/>
                </a:solidFill>
                <a:latin typeface="Source Sans Pro"/>
                <a:cs typeface="Source Sans Pro"/>
              </a:rPr>
              <a:t>disruptive.</a:t>
            </a:r>
            <a:endParaRPr lang="en-US" sz="3200" b="1" spc="50" dirty="0">
              <a:solidFill>
                <a:srgbClr val="FFFFFF"/>
              </a:solidFill>
              <a:latin typeface="Source Sans Pro Light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24137868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 rot="16200000">
            <a:off x="3665597" y="-2923823"/>
            <a:ext cx="2057400" cy="8316152"/>
          </a:xfrm>
        </p:spPr>
        <p:txBody>
          <a:bodyPr vert="eaVert"/>
          <a:lstStyle>
            <a:lvl1pPr>
              <a:defRPr sz="4400"/>
            </a:lvl1pPr>
          </a:lstStyle>
          <a:p>
            <a:r>
              <a:rPr lang="en-US" sz="3200" b="1" spc="50" dirty="0">
                <a:solidFill>
                  <a:schemeClr val="accent6"/>
                </a:solidFill>
                <a:latin typeface="Source Sans Pro Light"/>
                <a:cs typeface="Source Sans Pro Light"/>
              </a:rPr>
              <a:t>One simple lead statement. Use </a:t>
            </a:r>
            <a:r>
              <a:rPr lang="en-US" sz="3200" b="1" spc="50" dirty="0">
                <a:solidFill>
                  <a:schemeClr val="accent6"/>
                </a:solidFill>
                <a:latin typeface="Source Sans Pro"/>
                <a:cs typeface="Source Sans Pro"/>
              </a:rPr>
              <a:t>bold for emphasis</a:t>
            </a:r>
            <a:r>
              <a:rPr lang="en-US" sz="3200" b="1" spc="50" dirty="0">
                <a:solidFill>
                  <a:schemeClr val="accent6"/>
                </a:solidFill>
                <a:latin typeface="Source Sans Pro Light"/>
                <a:cs typeface="Source Sans Pro Light"/>
              </a:rPr>
              <a:t>, but please do it sparingly.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0" hasCustomPrompt="1"/>
          </p:nvPr>
        </p:nvSpPr>
        <p:spPr>
          <a:xfrm>
            <a:off x="4440472" y="3584221"/>
            <a:ext cx="3785616" cy="2475549"/>
          </a:xfrm>
        </p:spPr>
        <p:txBody>
          <a:bodyPr/>
          <a:lstStyle>
            <a:lvl1pPr marL="457200" indent="-457200">
              <a:lnSpc>
                <a:spcPct val="130000"/>
              </a:lnSpc>
              <a:buFont typeface="+mj-lt"/>
              <a:buAutoNum type="arabicPeriod" startAt="6"/>
              <a:defRPr sz="3200"/>
            </a:lvl1pPr>
          </a:lstStyle>
          <a:p>
            <a:pPr>
              <a:lnSpc>
                <a:spcPct val="130000"/>
              </a:lnSpc>
            </a:pPr>
            <a:r>
              <a:rPr lang="en-US" sz="2000" dirty="0" err="1">
                <a:latin typeface="Source Sans Pro Light"/>
                <a:cs typeface="Source Sans Pro Light"/>
              </a:rPr>
              <a:t>Teslafying</a:t>
            </a:r>
            <a:r>
              <a:rPr lang="en-US" sz="2000" dirty="0">
                <a:latin typeface="Source Sans Pro Light"/>
                <a:cs typeface="Source Sans Pro Light"/>
              </a:rPr>
              <a:t> the presentation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Source Sans Pro Light"/>
                <a:cs typeface="Source Sans Pro Light"/>
              </a:rPr>
              <a:t>Rock steady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Source Sans Pro Light"/>
                <a:cs typeface="Source Sans Pro Light"/>
              </a:rPr>
              <a:t>Conclusion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Source Sans Pro Light"/>
                <a:cs typeface="Source Sans Pro Light"/>
              </a:rPr>
              <a:t>Questions?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Source Sans Pro Light"/>
                <a:cs typeface="Source Sans Pro Light"/>
              </a:rPr>
              <a:t>Signoff and contact info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415983" y="2963332"/>
            <a:ext cx="4457700" cy="403755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ource Sans Pro"/>
                <a:ea typeface="+mn-ea"/>
                <a:cs typeface="Source Sans Pro"/>
              </a:rPr>
              <a:t>Today’s agenda: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 Light"/>
              <a:ea typeface="+mn-ea"/>
              <a:cs typeface="Source Sans Pro Light"/>
            </a:endParaRPr>
          </a:p>
        </p:txBody>
      </p:sp>
      <p:sp>
        <p:nvSpPr>
          <p:cNvPr id="12" name="Content Placeholder 8"/>
          <p:cNvSpPr>
            <a:spLocks noGrp="1"/>
          </p:cNvSpPr>
          <p:nvPr>
            <p:ph sz="quarter" idx="12" hasCustomPrompt="1"/>
          </p:nvPr>
        </p:nvSpPr>
        <p:spPr>
          <a:xfrm>
            <a:off x="415983" y="3586101"/>
            <a:ext cx="3785616" cy="2475549"/>
          </a:xfrm>
        </p:spPr>
        <p:txBody>
          <a:bodyPr/>
          <a:lstStyle>
            <a:lvl1pPr marL="457200" indent="-457200">
              <a:lnSpc>
                <a:spcPct val="130000"/>
              </a:lnSpc>
              <a:buFont typeface="+mj-lt"/>
              <a:buAutoNum type="arabicPeriod"/>
              <a:defRPr sz="3200"/>
            </a:lvl1pPr>
          </a:lstStyle>
          <a:p>
            <a:pPr>
              <a:lnSpc>
                <a:spcPct val="130000"/>
              </a:lnSpc>
            </a:pPr>
            <a:r>
              <a:rPr lang="en-US" sz="2000" dirty="0" err="1">
                <a:latin typeface="Source Sans Pro Light"/>
                <a:cs typeface="Source Sans Pro Light"/>
              </a:rPr>
              <a:t>Teslafying</a:t>
            </a:r>
            <a:r>
              <a:rPr lang="en-US" sz="2000" dirty="0">
                <a:latin typeface="Source Sans Pro Light"/>
                <a:cs typeface="Source Sans Pro Light"/>
              </a:rPr>
              <a:t> the presentation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Source Sans Pro Light"/>
                <a:cs typeface="Source Sans Pro Light"/>
              </a:rPr>
              <a:t>Rock steady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Source Sans Pro Light"/>
                <a:cs typeface="Source Sans Pro Light"/>
              </a:rPr>
              <a:t>Conclusion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Source Sans Pro Light"/>
                <a:cs typeface="Source Sans Pro Light"/>
              </a:rPr>
              <a:t>Questions?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Source Sans Pro Light"/>
                <a:cs typeface="Source Sans Pro Light"/>
              </a:rPr>
              <a:t>Signoff and contact info</a:t>
            </a:r>
          </a:p>
        </p:txBody>
      </p:sp>
    </p:spTree>
    <p:extLst>
      <p:ext uri="{BB962C8B-B14F-4D97-AF65-F5344CB8AC3E}">
        <p14:creationId xmlns:p14="http://schemas.microsoft.com/office/powerpoint/2010/main" val="34305929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128537" y="2954338"/>
            <a:ext cx="6105525" cy="949736"/>
          </a:xfrm>
          <a:prstGeom prst="rect">
            <a:avLst/>
          </a:prstGeom>
        </p:spPr>
        <p:txBody>
          <a:bodyPr vert="horz"/>
          <a:lstStyle/>
          <a:p>
            <a:pPr algn="ctr"/>
            <a:r>
              <a:rPr lang="en-US" sz="3200" b="1" spc="50" dirty="0">
                <a:solidFill>
                  <a:srgbClr val="FFFFFF"/>
                </a:solidFill>
                <a:latin typeface="Source Sans Pro Light"/>
                <a:cs typeface="Source Sans Pro Light"/>
              </a:rPr>
              <a:t>I am thoroughly </a:t>
            </a:r>
            <a:r>
              <a:rPr lang="en-US" sz="3200" b="1" spc="50" dirty="0">
                <a:solidFill>
                  <a:srgbClr val="FFFFFF"/>
                </a:solidFill>
                <a:latin typeface="Source Sans Pro"/>
                <a:cs typeface="Source Sans Pro"/>
              </a:rPr>
              <a:t>disruptive.</a:t>
            </a:r>
            <a:endParaRPr lang="en-US" sz="3200" b="1" spc="50" dirty="0">
              <a:solidFill>
                <a:srgbClr val="FFFFFF"/>
              </a:solidFill>
              <a:latin typeface="Source Sans Pro Light"/>
              <a:cs typeface="Source Sans Pro Light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647141" y="6436314"/>
            <a:ext cx="5856105" cy="272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900" dirty="0">
                <a:solidFill>
                  <a:srgbClr val="004A74"/>
                </a:solidFill>
                <a:latin typeface="Verdana"/>
                <a:cs typeface="Verdana"/>
              </a:rPr>
              <a:t>©2014 CMOS</a:t>
            </a:r>
            <a:r>
              <a:rPr lang="en-US" sz="900" baseline="0" dirty="0">
                <a:solidFill>
                  <a:srgbClr val="004A74"/>
                </a:solidFill>
                <a:latin typeface="Verdana"/>
                <a:cs typeface="Verdana"/>
              </a:rPr>
              <a:t> PA</a:t>
            </a:r>
            <a:r>
              <a:rPr lang="en-US" sz="900" dirty="0">
                <a:solidFill>
                  <a:srgbClr val="004A74"/>
                </a:solidFill>
                <a:latin typeface="Verdana"/>
                <a:cs typeface="Verdana"/>
              </a:rPr>
              <a:t> • Proprietary and Confidential</a:t>
            </a:r>
          </a:p>
        </p:txBody>
      </p:sp>
      <p:sp>
        <p:nvSpPr>
          <p:cNvPr id="6" name="Slide Number Placeholder 4"/>
          <p:cNvSpPr txBox="1">
            <a:spLocks/>
          </p:cNvSpPr>
          <p:nvPr userDrawn="1"/>
        </p:nvSpPr>
        <p:spPr bwMode="auto">
          <a:xfrm>
            <a:off x="272639" y="6400800"/>
            <a:ext cx="371475" cy="45561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0" tIns="45706" rIns="91410" bIns="45706"/>
          <a:lstStyle>
            <a:defPPr>
              <a:defRPr lang="en-US"/>
            </a:defPPr>
            <a:lvl1pPr marL="0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1pPr>
            <a:lvl2pPr marL="742411" indent="-285543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2pPr>
            <a:lvl3pPr marL="114216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3pPr>
            <a:lvl4pPr marL="159903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4pPr>
            <a:lvl5pPr marL="2055907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5pPr>
            <a:lvl6pPr marL="2512777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6pPr>
            <a:lvl7pPr marL="2969644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7pPr>
            <a:lvl8pPr marL="3426515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8pPr>
            <a:lvl9pPr marL="3883381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9pPr>
          </a:lstStyle>
          <a:p>
            <a:pPr algn="ctr"/>
            <a:fld id="{8DA07FD4-9989-114B-8795-A0896A13FFB7}" type="slidenum">
              <a:rPr lang="en-US" sz="1400" smtClean="0">
                <a:solidFill>
                  <a:schemeClr val="tx2"/>
                </a:solidFill>
                <a:latin typeface="Source Sans Pro Light"/>
                <a:cs typeface="Source Sans Pro Light"/>
              </a:rPr>
              <a:pPr algn="ctr"/>
              <a:t>‹#›</a:t>
            </a:fld>
            <a:endParaRPr lang="en-US" sz="1400" dirty="0">
              <a:solidFill>
                <a:schemeClr val="tx2"/>
              </a:solidFill>
              <a:latin typeface="Source Sans Pro Light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11942292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1101196" y="2948987"/>
            <a:ext cx="6942137" cy="950619"/>
          </a:xfrm>
          <a:prstGeom prst="rect">
            <a:avLst/>
          </a:prstGeom>
        </p:spPr>
        <p:txBody>
          <a:bodyPr vert="horz"/>
          <a:lstStyle>
            <a:lvl1pPr>
              <a:defRPr>
                <a:latin typeface="Source Sans Pro"/>
                <a:cs typeface="Source Sans Pro"/>
              </a:defRPr>
            </a:lvl1pPr>
            <a:lvl2pPr>
              <a:defRPr>
                <a:latin typeface="Source Sans Pro"/>
                <a:cs typeface="Source Sans Pro"/>
              </a:defRPr>
            </a:lvl2pPr>
            <a:lvl3pPr>
              <a:defRPr>
                <a:latin typeface="Source Sans Pro"/>
                <a:cs typeface="Source Sans Pro"/>
              </a:defRPr>
            </a:lvl3pPr>
            <a:lvl4pPr>
              <a:defRPr>
                <a:latin typeface="Source Sans Pro"/>
                <a:cs typeface="Source Sans Pro"/>
              </a:defRPr>
            </a:lvl4pPr>
            <a:lvl5pPr>
              <a:defRPr>
                <a:latin typeface="Source Sans Pro"/>
                <a:cs typeface="Source Sans Pro"/>
              </a:defRPr>
            </a:lvl5pPr>
          </a:lstStyle>
          <a:p>
            <a:pPr algn="ctr"/>
            <a:r>
              <a:rPr lang="en-US" sz="3200" b="1" spc="50" dirty="0">
                <a:solidFill>
                  <a:schemeClr val="tx2"/>
                </a:solidFill>
                <a:latin typeface="Source Sans Pro Light"/>
                <a:cs typeface="Source Sans Pro Light"/>
              </a:rPr>
              <a:t>I am thoroughly </a:t>
            </a:r>
            <a:r>
              <a:rPr lang="en-US" sz="3200" b="1" spc="50" dirty="0">
                <a:solidFill>
                  <a:schemeClr val="tx2"/>
                </a:solidFill>
                <a:latin typeface="Source Sans Pro"/>
                <a:cs typeface="Source Sans Pro"/>
              </a:rPr>
              <a:t>disruptive.</a:t>
            </a:r>
            <a:endParaRPr lang="en-US" sz="3200" b="1" spc="50" dirty="0">
              <a:solidFill>
                <a:schemeClr val="tx2"/>
              </a:solidFill>
              <a:latin typeface="Source Sans Pro Light"/>
              <a:cs typeface="Source Sans Pro Light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647141" y="6436314"/>
            <a:ext cx="5856105" cy="272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900" dirty="0">
                <a:solidFill>
                  <a:srgbClr val="FFFFFF"/>
                </a:solidFill>
                <a:latin typeface="Verdana"/>
                <a:cs typeface="Verdana"/>
              </a:rPr>
              <a:t>©2014 CMOS</a:t>
            </a:r>
            <a:r>
              <a:rPr lang="en-US" sz="900" baseline="0" dirty="0">
                <a:solidFill>
                  <a:srgbClr val="FFFFFF"/>
                </a:solidFill>
                <a:latin typeface="Verdana"/>
                <a:cs typeface="Verdana"/>
              </a:rPr>
              <a:t> PA</a:t>
            </a:r>
            <a:r>
              <a:rPr lang="en-US" sz="900" dirty="0">
                <a:solidFill>
                  <a:srgbClr val="FFFFFF"/>
                </a:solidFill>
                <a:latin typeface="Verdana"/>
                <a:cs typeface="Verdana"/>
              </a:rPr>
              <a:t> • Proprietary and Confidential</a:t>
            </a:r>
          </a:p>
        </p:txBody>
      </p:sp>
      <p:sp>
        <p:nvSpPr>
          <p:cNvPr id="7" name="Slide Number Placeholder 4"/>
          <p:cNvSpPr txBox="1">
            <a:spLocks/>
          </p:cNvSpPr>
          <p:nvPr userDrawn="1"/>
        </p:nvSpPr>
        <p:spPr bwMode="auto">
          <a:xfrm>
            <a:off x="272639" y="6400800"/>
            <a:ext cx="371475" cy="45561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0" tIns="45706" rIns="91410" bIns="45706"/>
          <a:lstStyle>
            <a:defPPr>
              <a:defRPr lang="en-US"/>
            </a:defPPr>
            <a:lvl1pPr marL="0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1pPr>
            <a:lvl2pPr marL="742411" indent="-285543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2pPr>
            <a:lvl3pPr marL="114216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3pPr>
            <a:lvl4pPr marL="159903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4pPr>
            <a:lvl5pPr marL="2055907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5pPr>
            <a:lvl6pPr marL="2512777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6pPr>
            <a:lvl7pPr marL="2969644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7pPr>
            <a:lvl8pPr marL="3426515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8pPr>
            <a:lvl9pPr marL="3883381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9pPr>
          </a:lstStyle>
          <a:p>
            <a:pPr algn="ctr"/>
            <a:fld id="{8DA07FD4-9989-114B-8795-A0896A13FFB7}" type="slidenum">
              <a:rPr lang="en-US" sz="1400" smtClean="0">
                <a:solidFill>
                  <a:srgbClr val="FFFFFF"/>
                </a:solidFill>
                <a:latin typeface="Source Sans Pro Light"/>
                <a:cs typeface="Source Sans Pro Light"/>
              </a:rPr>
              <a:pPr algn="ctr"/>
              <a:t>‹#›</a:t>
            </a:fld>
            <a:endParaRPr lang="en-US" sz="1400" dirty="0">
              <a:solidFill>
                <a:srgbClr val="FFFFFF"/>
              </a:solidFill>
              <a:latin typeface="Source Sans Pro Light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1583225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Vertical Title and Tex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684396" y="2926027"/>
            <a:ext cx="5832475" cy="977723"/>
          </a:xfrm>
          <a:prstGeom prst="rect">
            <a:avLst/>
          </a:prstGeom>
        </p:spPr>
        <p:txBody>
          <a:bodyPr vert="horz"/>
          <a:lstStyle>
            <a:lvl1pPr marL="0" marR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spc="50" dirty="0">
                <a:solidFill>
                  <a:schemeClr val="accent4"/>
                </a:solidFill>
                <a:latin typeface="Source Sans Pro Light"/>
                <a:cs typeface="Source Sans Pro Light"/>
              </a:rPr>
              <a:t>I am thoroughly </a:t>
            </a:r>
            <a:r>
              <a:rPr lang="en-US" sz="3200" b="1" spc="50" dirty="0">
                <a:solidFill>
                  <a:schemeClr val="accent4"/>
                </a:solidFill>
                <a:latin typeface="Source Sans Pro"/>
                <a:cs typeface="Source Sans Pro"/>
              </a:rPr>
              <a:t>disruptive.</a:t>
            </a:r>
            <a:endParaRPr lang="en-US" sz="3200" b="1" spc="50" dirty="0">
              <a:solidFill>
                <a:schemeClr val="accent4"/>
              </a:solidFill>
              <a:latin typeface="Source Sans Pro Light"/>
              <a:cs typeface="Source Sans Pro Light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647141" y="6436314"/>
            <a:ext cx="5856105" cy="272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900" dirty="0">
                <a:solidFill>
                  <a:srgbClr val="FFFFFF"/>
                </a:solidFill>
                <a:latin typeface="Verdana"/>
                <a:cs typeface="Verdana"/>
              </a:rPr>
              <a:t>©2014 CMOS</a:t>
            </a:r>
            <a:r>
              <a:rPr lang="en-US" sz="900" baseline="0" dirty="0">
                <a:solidFill>
                  <a:srgbClr val="FFFFFF"/>
                </a:solidFill>
                <a:latin typeface="Verdana"/>
                <a:cs typeface="Verdana"/>
              </a:rPr>
              <a:t> PA</a:t>
            </a:r>
            <a:r>
              <a:rPr lang="en-US" sz="900" dirty="0">
                <a:solidFill>
                  <a:srgbClr val="FFFFFF"/>
                </a:solidFill>
                <a:latin typeface="Verdana"/>
                <a:cs typeface="Verdana"/>
              </a:rPr>
              <a:t>  • Proprietary and Confidential</a:t>
            </a:r>
          </a:p>
        </p:txBody>
      </p:sp>
      <p:sp>
        <p:nvSpPr>
          <p:cNvPr id="6" name="Slide Number Placeholder 4"/>
          <p:cNvSpPr txBox="1">
            <a:spLocks/>
          </p:cNvSpPr>
          <p:nvPr userDrawn="1"/>
        </p:nvSpPr>
        <p:spPr bwMode="auto">
          <a:xfrm>
            <a:off x="272639" y="6400800"/>
            <a:ext cx="371475" cy="45561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0" tIns="45706" rIns="91410" bIns="45706"/>
          <a:lstStyle>
            <a:defPPr>
              <a:defRPr lang="en-US"/>
            </a:defPPr>
            <a:lvl1pPr marL="0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1pPr>
            <a:lvl2pPr marL="742411" indent="-285543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2pPr>
            <a:lvl3pPr marL="114216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3pPr>
            <a:lvl4pPr marL="159903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4pPr>
            <a:lvl5pPr marL="2055907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5pPr>
            <a:lvl6pPr marL="2512777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6pPr>
            <a:lvl7pPr marL="2969644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7pPr>
            <a:lvl8pPr marL="3426515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8pPr>
            <a:lvl9pPr marL="3883381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9pPr>
          </a:lstStyle>
          <a:p>
            <a:pPr algn="ctr"/>
            <a:fld id="{8DA07FD4-9989-114B-8795-A0896A13FFB7}" type="slidenum">
              <a:rPr lang="en-US" sz="1400" smtClean="0">
                <a:solidFill>
                  <a:srgbClr val="FFFFFF"/>
                </a:solidFill>
                <a:latin typeface="Source Sans Pro Light"/>
                <a:cs typeface="Source Sans Pro Light"/>
              </a:rPr>
              <a:pPr algn="ctr"/>
              <a:t>‹#›</a:t>
            </a:fld>
            <a:endParaRPr lang="en-US" sz="1400" dirty="0">
              <a:solidFill>
                <a:srgbClr val="FFFFFF"/>
              </a:solidFill>
              <a:latin typeface="Source Sans Pro Light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7806198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ertical Title and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187794" y="2887760"/>
            <a:ext cx="6784975" cy="1058862"/>
          </a:xfrm>
          <a:prstGeom prst="rect">
            <a:avLst/>
          </a:prstGeom>
        </p:spPr>
        <p:txBody>
          <a:bodyPr vert="horz"/>
          <a:lstStyle/>
          <a:p>
            <a:pPr algn="ctr"/>
            <a:r>
              <a:rPr lang="en-US" sz="3200" b="1" spc="50" dirty="0">
                <a:solidFill>
                  <a:schemeClr val="tx2"/>
                </a:solidFill>
                <a:latin typeface="Source Sans Pro Light"/>
                <a:cs typeface="Source Sans Pro Light"/>
              </a:rPr>
              <a:t>I am thoroughly </a:t>
            </a:r>
            <a:r>
              <a:rPr lang="en-US" sz="3200" b="1" spc="50" dirty="0">
                <a:solidFill>
                  <a:schemeClr val="tx2"/>
                </a:solidFill>
                <a:latin typeface="Source Sans Pro"/>
                <a:cs typeface="Source Sans Pro"/>
              </a:rPr>
              <a:t>disruptive.</a:t>
            </a:r>
            <a:endParaRPr lang="en-US" sz="3200" b="1" spc="50" dirty="0">
              <a:solidFill>
                <a:schemeClr val="tx2"/>
              </a:solidFill>
              <a:latin typeface="Source Sans Pro Light"/>
              <a:cs typeface="Source Sans Pro Light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647141" y="6436314"/>
            <a:ext cx="5856105" cy="272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900" dirty="0">
                <a:solidFill>
                  <a:srgbClr val="FFFFFF"/>
                </a:solidFill>
                <a:latin typeface="Verdana"/>
                <a:cs typeface="Verdana"/>
              </a:rPr>
              <a:t>©2014 CMOS</a:t>
            </a:r>
            <a:r>
              <a:rPr lang="en-US" sz="900" baseline="0" dirty="0">
                <a:solidFill>
                  <a:srgbClr val="FFFFFF"/>
                </a:solidFill>
                <a:latin typeface="Verdana"/>
                <a:cs typeface="Verdana"/>
              </a:rPr>
              <a:t> PA</a:t>
            </a:r>
            <a:r>
              <a:rPr lang="en-US" sz="900" dirty="0">
                <a:solidFill>
                  <a:srgbClr val="FFFFFF"/>
                </a:solidFill>
                <a:latin typeface="Verdana"/>
                <a:cs typeface="Verdana"/>
              </a:rPr>
              <a:t>  • Proprietary and Confidential</a:t>
            </a:r>
          </a:p>
        </p:txBody>
      </p:sp>
      <p:sp>
        <p:nvSpPr>
          <p:cNvPr id="6" name="Slide Number Placeholder 4"/>
          <p:cNvSpPr txBox="1">
            <a:spLocks/>
          </p:cNvSpPr>
          <p:nvPr userDrawn="1"/>
        </p:nvSpPr>
        <p:spPr bwMode="auto">
          <a:xfrm>
            <a:off x="272639" y="6400800"/>
            <a:ext cx="371475" cy="45561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0" tIns="45706" rIns="91410" bIns="45706"/>
          <a:lstStyle>
            <a:defPPr>
              <a:defRPr lang="en-US"/>
            </a:defPPr>
            <a:lvl1pPr marL="0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1pPr>
            <a:lvl2pPr marL="742411" indent="-285543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2pPr>
            <a:lvl3pPr marL="114216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3pPr>
            <a:lvl4pPr marL="159903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4pPr>
            <a:lvl5pPr marL="2055907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5pPr>
            <a:lvl6pPr marL="2512777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6pPr>
            <a:lvl7pPr marL="2969644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7pPr>
            <a:lvl8pPr marL="3426515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8pPr>
            <a:lvl9pPr marL="3883381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9pPr>
          </a:lstStyle>
          <a:p>
            <a:pPr algn="ctr"/>
            <a:fld id="{8DA07FD4-9989-114B-8795-A0896A13FFB7}" type="slidenum">
              <a:rPr lang="en-US" sz="1400" smtClean="0">
                <a:solidFill>
                  <a:srgbClr val="FFFFFF"/>
                </a:solidFill>
                <a:latin typeface="Source Sans Pro Light"/>
                <a:cs typeface="Source Sans Pro Light"/>
              </a:rPr>
              <a:pPr algn="ctr"/>
              <a:t>‹#›</a:t>
            </a:fld>
            <a:endParaRPr lang="en-US" sz="1400" dirty="0">
              <a:solidFill>
                <a:srgbClr val="FFFFFF"/>
              </a:solidFill>
              <a:latin typeface="Source Sans Pro Light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7805967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305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2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24562" y="6603992"/>
            <a:ext cx="48647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FFFF"/>
                </a:solidFill>
                <a:latin typeface="Verdana"/>
                <a:cs typeface="Verdana"/>
              </a:rPr>
              <a:t>©2013 Skyhook Wireless Inc.</a:t>
            </a:r>
          </a:p>
        </p:txBody>
      </p:sp>
      <p:grpSp>
        <p:nvGrpSpPr>
          <p:cNvPr id="8" name="Group 7"/>
          <p:cNvGrpSpPr/>
          <p:nvPr/>
        </p:nvGrpSpPr>
        <p:grpSpPr>
          <a:xfrm rot="16200000">
            <a:off x="4502079" y="2222868"/>
            <a:ext cx="145142" cy="9149290"/>
            <a:chOff x="4856713" y="316444"/>
            <a:chExt cx="1472249" cy="7253076"/>
          </a:xfrm>
        </p:grpSpPr>
        <p:sp>
          <p:nvSpPr>
            <p:cNvPr id="9" name="Rectangle 8"/>
            <p:cNvSpPr/>
            <p:nvPr/>
          </p:nvSpPr>
          <p:spPr>
            <a:xfrm>
              <a:off x="4858508" y="5893765"/>
              <a:ext cx="1470438" cy="1675755"/>
            </a:xfrm>
            <a:prstGeom prst="rect">
              <a:avLst/>
            </a:prstGeom>
            <a:solidFill>
              <a:srgbClr val="00418C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856713" y="326033"/>
              <a:ext cx="1472242" cy="41970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856715" y="316444"/>
              <a:ext cx="1472241" cy="411377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A1E1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856714" y="4430221"/>
              <a:ext cx="1472241" cy="49730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856713" y="4915427"/>
              <a:ext cx="1472244" cy="147311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856718" y="5031080"/>
              <a:ext cx="1472244" cy="86268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Slide Number Placeholder 4"/>
          <p:cNvSpPr txBox="1">
            <a:spLocks/>
          </p:cNvSpPr>
          <p:nvPr userDrawn="1"/>
        </p:nvSpPr>
        <p:spPr bwMode="auto">
          <a:xfrm>
            <a:off x="272639" y="6400800"/>
            <a:ext cx="371475" cy="45561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0" tIns="45706" rIns="91410" bIns="45706"/>
          <a:lstStyle>
            <a:defPPr>
              <a:defRPr lang="en-US"/>
            </a:defPPr>
            <a:lvl1pPr marL="0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1pPr>
            <a:lvl2pPr marL="742411" indent="-285543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2pPr>
            <a:lvl3pPr marL="114216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3pPr>
            <a:lvl4pPr marL="159903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4pPr>
            <a:lvl5pPr marL="2055907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5pPr>
            <a:lvl6pPr marL="2512777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6pPr>
            <a:lvl7pPr marL="2969644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7pPr>
            <a:lvl8pPr marL="3426515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8pPr>
            <a:lvl9pPr marL="3883381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9pPr>
          </a:lstStyle>
          <a:p>
            <a:pPr algn="ctr"/>
            <a:fld id="{8DA07FD4-9989-114B-8795-A0896A13FFB7}" type="slidenum">
              <a:rPr lang="en-US" sz="1400" smtClean="0">
                <a:solidFill>
                  <a:schemeClr val="accent6"/>
                </a:solidFill>
                <a:latin typeface="Source Sans Pro Light"/>
                <a:cs typeface="Source Sans Pro Light"/>
              </a:rPr>
              <a:pPr algn="ctr"/>
              <a:t>‹#›</a:t>
            </a:fld>
            <a:endParaRPr lang="en-US" sz="1400" dirty="0">
              <a:solidFill>
                <a:schemeClr val="accent6"/>
              </a:solidFill>
              <a:latin typeface="Source Sans Pro Light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2390899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732" r:id="rId2"/>
    <p:sldLayoutId id="2147483684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solidFill>
            <a:schemeClr val="accent1">
              <a:lumMod val="25000"/>
            </a:schemeClr>
          </a:solidFill>
          <a:latin typeface="Source Sans Pro Light"/>
          <a:ea typeface="+mj-ea"/>
          <a:cs typeface="Source Sans Pro Light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accent4"/>
        </a:buClr>
        <a:buSzPct val="75000"/>
        <a:buFontTx/>
        <a:buBlip>
          <a:blip r:embed="rId11"/>
        </a:buBlip>
        <a:defRPr sz="3200" kern="1200">
          <a:solidFill>
            <a:schemeClr val="tx1"/>
          </a:solidFill>
          <a:latin typeface="Source Sans Pro Light"/>
          <a:ea typeface="+mn-ea"/>
          <a:cs typeface="Source Sans Pro Light"/>
        </a:defRPr>
      </a:lvl1pPr>
      <a:lvl2pPr marL="742950" indent="-285750" algn="l" defTabSz="457200" rtl="0" eaLnBrk="1" latinLnBrk="0" hangingPunct="1">
        <a:spcBef>
          <a:spcPct val="20000"/>
        </a:spcBef>
        <a:buClr>
          <a:schemeClr val="accent4"/>
        </a:buClr>
        <a:buSzPct val="75000"/>
        <a:buFontTx/>
        <a:buBlip>
          <a:blip r:embed="rId11"/>
        </a:buBlip>
        <a:defRPr sz="2800" kern="1200">
          <a:solidFill>
            <a:schemeClr val="tx1"/>
          </a:solidFill>
          <a:latin typeface="Source Sans Pro Light"/>
          <a:ea typeface="+mn-ea"/>
          <a:cs typeface="Source Sans Pro Light"/>
        </a:defRPr>
      </a:lvl2pPr>
      <a:lvl3pPr marL="1143000" indent="-228600" algn="l" defTabSz="457200" rtl="0" eaLnBrk="1" latinLnBrk="0" hangingPunct="1">
        <a:spcBef>
          <a:spcPct val="20000"/>
        </a:spcBef>
        <a:buClr>
          <a:schemeClr val="accent4"/>
        </a:buClr>
        <a:buSzPct val="75000"/>
        <a:buFontTx/>
        <a:buBlip>
          <a:blip r:embed="rId11"/>
        </a:buBlip>
        <a:defRPr sz="2400" kern="1200">
          <a:solidFill>
            <a:schemeClr val="tx1"/>
          </a:solidFill>
          <a:latin typeface="Source Sans Pro Light"/>
          <a:ea typeface="+mn-ea"/>
          <a:cs typeface="Source Sans Pro Light"/>
        </a:defRPr>
      </a:lvl3pPr>
      <a:lvl4pPr marL="1600200" indent="-228600" algn="l" defTabSz="457200" rtl="0" eaLnBrk="1" latinLnBrk="0" hangingPunct="1">
        <a:spcBef>
          <a:spcPct val="20000"/>
        </a:spcBef>
        <a:buClr>
          <a:schemeClr val="accent4"/>
        </a:buClr>
        <a:buSzPct val="75000"/>
        <a:buFontTx/>
        <a:buBlip>
          <a:blip r:embed="rId11"/>
        </a:buBlip>
        <a:defRPr sz="2000" kern="1200">
          <a:solidFill>
            <a:schemeClr val="tx1"/>
          </a:solidFill>
          <a:latin typeface="Source Sans Pro Light"/>
          <a:ea typeface="+mn-ea"/>
          <a:cs typeface="Source Sans Pro Light"/>
        </a:defRPr>
      </a:lvl4pPr>
      <a:lvl5pPr marL="2057400" indent="-228600" algn="l" defTabSz="457200" rtl="0" eaLnBrk="1" latinLnBrk="0" hangingPunct="1">
        <a:spcBef>
          <a:spcPct val="20000"/>
        </a:spcBef>
        <a:buClr>
          <a:schemeClr val="accent4"/>
        </a:buClr>
        <a:buSzPct val="75000"/>
        <a:buFontTx/>
        <a:buBlip>
          <a:blip r:embed="rId11"/>
        </a:buBlip>
        <a:defRPr sz="2000" kern="1200">
          <a:solidFill>
            <a:schemeClr val="tx1"/>
          </a:solidFill>
          <a:latin typeface="Source Sans Pro Light"/>
          <a:ea typeface="+mn-ea"/>
          <a:cs typeface="Source Sans Pro Ligh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85226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marR="0" lvl="0" indent="-342900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tabLst/>
              <a:defRPr/>
            </a:pPr>
            <a:r>
              <a:rPr kumimoji="0" lang="en-US" sz="3200" b="1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Light"/>
                <a:ea typeface="+mn-ea"/>
                <a:cs typeface="Source Sans Pro Light"/>
              </a:rPr>
              <a:t>I am thoroughly </a:t>
            </a:r>
            <a:r>
              <a:rPr kumimoji="0" lang="en-US" sz="3200" b="1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/>
                <a:ea typeface="+mn-ea"/>
                <a:cs typeface="Source Sans Pro"/>
              </a:rPr>
              <a:t>disruptive.</a:t>
            </a:r>
            <a:endParaRPr kumimoji="0" lang="en-US" sz="3200" b="1" i="0" u="none" strike="noStrike" kern="1200" cap="none" spc="5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 Light"/>
              <a:ea typeface="+mn-ea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1057029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</p:sldLayoutIdLst>
  <p:hf hdr="0" ftr="0" dt="0"/>
  <p:txStyles>
    <p:titleStyle>
      <a:lvl1pPr marL="342900" marR="0" indent="-342900" algn="ctr" defTabSz="4572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Tx/>
        <a:buNone/>
        <a:tabLst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4285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1"/>
            <a:ext cx="9153407" cy="24795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b="1" spc="50" dirty="0">
                <a:solidFill>
                  <a:schemeClr val="accent6"/>
                </a:solidFill>
                <a:latin typeface="Source Sans Pro Light"/>
                <a:cs typeface="Source Sans Pro Light"/>
              </a:rPr>
              <a:t>One simple lead statement. Use </a:t>
            </a:r>
            <a:r>
              <a:rPr lang="en-US" sz="3200" b="1" spc="50" dirty="0">
                <a:solidFill>
                  <a:schemeClr val="accent6"/>
                </a:solidFill>
                <a:latin typeface="Source Sans Pro"/>
                <a:cs typeface="Source Sans Pro"/>
              </a:rPr>
              <a:t>bold for emphasis</a:t>
            </a:r>
            <a:r>
              <a:rPr lang="en-US" sz="3200" b="1" spc="50" dirty="0">
                <a:solidFill>
                  <a:schemeClr val="accent6"/>
                </a:solidFill>
                <a:latin typeface="Source Sans Pro Light"/>
                <a:cs typeface="Source Sans Pro Light"/>
              </a:rPr>
              <a:t>, but please do it sparingly.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5274" y="3367855"/>
            <a:ext cx="3174059" cy="2607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/>
                <a:ea typeface="+mn-ea"/>
                <a:cs typeface="Source Sans Pro Light"/>
              </a:rPr>
              <a:t>1.   Introduction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/>
                <a:ea typeface="+mn-ea"/>
                <a:cs typeface="Source Sans Pro Light"/>
              </a:rPr>
              <a:t>2.   Setup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/>
                <a:ea typeface="+mn-ea"/>
                <a:cs typeface="Source Sans Pro Light"/>
              </a:rPr>
              <a:t>3.   Meat of the presentation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/>
                <a:ea typeface="+mn-ea"/>
                <a:cs typeface="Source Sans Pro Light"/>
              </a:rPr>
              <a:t>4.   Black Sabbath track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/>
                <a:ea typeface="+mn-ea"/>
                <a:cs typeface="Source Sans Pro Light"/>
              </a:rPr>
              <a:t>5.   Something cool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562" y="6603992"/>
            <a:ext cx="48647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FFFF"/>
                </a:solidFill>
                <a:latin typeface="Verdana"/>
                <a:cs typeface="Verdana"/>
              </a:rPr>
              <a:t>©2013 Skyhook Wireless Inc.</a:t>
            </a:r>
          </a:p>
        </p:txBody>
      </p:sp>
      <p:grpSp>
        <p:nvGrpSpPr>
          <p:cNvPr id="9" name="Group 8"/>
          <p:cNvGrpSpPr/>
          <p:nvPr/>
        </p:nvGrpSpPr>
        <p:grpSpPr>
          <a:xfrm rot="16200000">
            <a:off x="4502079" y="2222868"/>
            <a:ext cx="145142" cy="9149290"/>
            <a:chOff x="4856713" y="316444"/>
            <a:chExt cx="1472249" cy="7253076"/>
          </a:xfrm>
        </p:grpSpPr>
        <p:sp>
          <p:nvSpPr>
            <p:cNvPr id="10" name="Rectangle 9"/>
            <p:cNvSpPr/>
            <p:nvPr/>
          </p:nvSpPr>
          <p:spPr>
            <a:xfrm>
              <a:off x="4858508" y="5893765"/>
              <a:ext cx="1470438" cy="1675755"/>
            </a:xfrm>
            <a:prstGeom prst="rect">
              <a:avLst/>
            </a:prstGeom>
            <a:solidFill>
              <a:srgbClr val="00418C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856713" y="326033"/>
              <a:ext cx="1472242" cy="41970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856715" y="316444"/>
              <a:ext cx="1472241" cy="411377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A1E1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856714" y="4430221"/>
              <a:ext cx="1472241" cy="49730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856713" y="4915427"/>
              <a:ext cx="1472244" cy="147311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4856718" y="5031080"/>
              <a:ext cx="1472244" cy="86268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102821" y="6436314"/>
            <a:ext cx="8928625" cy="288628"/>
            <a:chOff x="102821" y="6436314"/>
            <a:chExt cx="8928625" cy="288628"/>
          </a:xfrm>
        </p:grpSpPr>
        <p:pic>
          <p:nvPicPr>
            <p:cNvPr id="17" name="Picture 16" descr="logo-2.png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88346" y="6460338"/>
              <a:ext cx="1943100" cy="264604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2821" y="6436314"/>
              <a:ext cx="5856105" cy="2723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900" dirty="0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©2014 CMOS</a:t>
              </a:r>
              <a:r>
                <a:rPr lang="en-US" sz="900" baseline="0" dirty="0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 PA</a:t>
              </a:r>
              <a:r>
                <a:rPr lang="en-US" sz="900" dirty="0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  • Proprietary and Confidential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16927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457200" rtl="0" eaLnBrk="1" fontAlgn="auto" latinLnBrk="0" hangingPunct="1">
        <a:lnSpc>
          <a:spcPct val="13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4506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19" r:id="rId2"/>
    <p:sldLayoutId id="2147483722" r:id="rId3"/>
    <p:sldLayoutId id="2147483721" r:id="rId4"/>
    <p:sldLayoutId id="2147483724" r:id="rId5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457200" rtl="0" eaLnBrk="1" fontAlgn="auto" latinLnBrk="0" hangingPunct="1">
        <a:lnSpc>
          <a:spcPct val="13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 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Dr. Farshid Alizadeh-</a:t>
            </a:r>
            <a:r>
              <a:rPr lang="en-US" dirty="0" err="1"/>
              <a:t>Shabdiz</a:t>
            </a:r>
            <a:endParaRPr lang="en-US" dirty="0"/>
          </a:p>
          <a:p>
            <a:r>
              <a:rPr lang="en-US" dirty="0"/>
              <a:t>Spring 2024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CB934-E044-4302-ADC1-76B15BC79772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7599629-9FCA-F185-A479-02E4769460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Load “ISLR”  package, and use “Auto” data.</a:t>
            </a:r>
          </a:p>
          <a:p>
            <a:r>
              <a:rPr lang="en-US" dirty="0"/>
              <a:t>Divide data to two halves – training and test.</a:t>
            </a:r>
          </a:p>
          <a:p>
            <a:r>
              <a:rPr lang="en-US" dirty="0"/>
              <a:t>Build a model to predict “mpg” as a function of “horsepower”</a:t>
            </a:r>
          </a:p>
          <a:p>
            <a:pPr lvl="1"/>
            <a:r>
              <a:rPr lang="en-US" dirty="0"/>
              <a:t>Build a linear model based on training set and test the model using the test set. Provide MSE value.</a:t>
            </a:r>
          </a:p>
          <a:p>
            <a:pPr lvl="1"/>
            <a:r>
              <a:rPr lang="en-US" dirty="0"/>
              <a:t>Try polynomial model and choose the </a:t>
            </a:r>
            <a:r>
              <a:rPr lang="en-US"/>
              <a:t>best polynomial model based on MSE.  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5DEC375-5DEB-2CE1-5DDE-A6EAC49C1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826712"/>
      </p:ext>
    </p:extLst>
  </p:cSld>
  <p:clrMapOvr>
    <a:masterClrMapping/>
  </p:clrMapOvr>
</p:sld>
</file>

<file path=ppt/theme/theme1.xml><?xml version="1.0" encoding="utf-8"?>
<a:theme xmlns:a="http://schemas.openxmlformats.org/drawingml/2006/main" name="PPT-Template_1-10-2014">
  <a:themeElements>
    <a:clrScheme name="Custom 4">
      <a:dk1>
        <a:sysClr val="windowText" lastClr="000000"/>
      </a:dk1>
      <a:lt1>
        <a:sysClr val="window" lastClr="FFFFFF"/>
      </a:lt1>
      <a:dk2>
        <a:srgbClr val="004A74"/>
      </a:dk2>
      <a:lt2>
        <a:srgbClr val="FED292"/>
      </a:lt2>
      <a:accent1>
        <a:srgbClr val="E5E0DB"/>
      </a:accent1>
      <a:accent2>
        <a:srgbClr val="887F79"/>
      </a:accent2>
      <a:accent3>
        <a:srgbClr val="C2BDB9"/>
      </a:accent3>
      <a:accent4>
        <a:srgbClr val="00A1E1"/>
      </a:accent4>
      <a:accent5>
        <a:srgbClr val="F69386"/>
      </a:accent5>
      <a:accent6>
        <a:srgbClr val="FF6B00"/>
      </a:accent6>
      <a:hlink>
        <a:srgbClr val="FF6B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>
          <a:defRPr sz="2000" dirty="0" smtClean="0">
            <a:solidFill>
              <a:prstClr val="black"/>
            </a:solidFill>
            <a:latin typeface="Source Sans Pro Light"/>
            <a:cs typeface="Source Sans Pro Ligh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4_Office Theme">
  <a:themeElements>
    <a:clrScheme name="Custom 4">
      <a:dk1>
        <a:sysClr val="windowText" lastClr="000000"/>
      </a:dk1>
      <a:lt1>
        <a:sysClr val="window" lastClr="FFFFFF"/>
      </a:lt1>
      <a:dk2>
        <a:srgbClr val="004A74"/>
      </a:dk2>
      <a:lt2>
        <a:srgbClr val="FED292"/>
      </a:lt2>
      <a:accent1>
        <a:srgbClr val="E5E0DB"/>
      </a:accent1>
      <a:accent2>
        <a:srgbClr val="887F79"/>
      </a:accent2>
      <a:accent3>
        <a:srgbClr val="C2BDB9"/>
      </a:accent3>
      <a:accent4>
        <a:srgbClr val="00A1E1"/>
      </a:accent4>
      <a:accent5>
        <a:srgbClr val="F69386"/>
      </a:accent5>
      <a:accent6>
        <a:srgbClr val="FF6B00"/>
      </a:accent6>
      <a:hlink>
        <a:srgbClr val="FF6B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>
          <a:defRPr sz="2000" dirty="0" smtClean="0">
            <a:solidFill>
              <a:prstClr val="black"/>
            </a:solidFill>
            <a:latin typeface="Source Sans Pro Light"/>
            <a:cs typeface="Source Sans Pro Light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3_Office Theme">
  <a:themeElements>
    <a:clrScheme name="Custom 4">
      <a:dk1>
        <a:sysClr val="windowText" lastClr="000000"/>
      </a:dk1>
      <a:lt1>
        <a:sysClr val="window" lastClr="FFFFFF"/>
      </a:lt1>
      <a:dk2>
        <a:srgbClr val="004A74"/>
      </a:dk2>
      <a:lt2>
        <a:srgbClr val="FED292"/>
      </a:lt2>
      <a:accent1>
        <a:srgbClr val="E5E0DB"/>
      </a:accent1>
      <a:accent2>
        <a:srgbClr val="887F79"/>
      </a:accent2>
      <a:accent3>
        <a:srgbClr val="C2BDB9"/>
      </a:accent3>
      <a:accent4>
        <a:srgbClr val="00A1E1"/>
      </a:accent4>
      <a:accent5>
        <a:srgbClr val="F69386"/>
      </a:accent5>
      <a:accent6>
        <a:srgbClr val="FF6B00"/>
      </a:accent6>
      <a:hlink>
        <a:srgbClr val="FF6B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>
          <a:defRPr sz="2000" dirty="0" smtClean="0">
            <a:solidFill>
              <a:prstClr val="black"/>
            </a:solidFill>
            <a:latin typeface="Source Sans Pro Light"/>
            <a:cs typeface="Source Sans Pro Light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2_Office Theme">
  <a:themeElements>
    <a:clrScheme name="Custom 4">
      <a:dk1>
        <a:sysClr val="windowText" lastClr="000000"/>
      </a:dk1>
      <a:lt1>
        <a:sysClr val="window" lastClr="FFFFFF"/>
      </a:lt1>
      <a:dk2>
        <a:srgbClr val="004A74"/>
      </a:dk2>
      <a:lt2>
        <a:srgbClr val="FED292"/>
      </a:lt2>
      <a:accent1>
        <a:srgbClr val="E5E0DB"/>
      </a:accent1>
      <a:accent2>
        <a:srgbClr val="887F79"/>
      </a:accent2>
      <a:accent3>
        <a:srgbClr val="C2BDB9"/>
      </a:accent3>
      <a:accent4>
        <a:srgbClr val="00A1E1"/>
      </a:accent4>
      <a:accent5>
        <a:srgbClr val="F69386"/>
      </a:accent5>
      <a:accent6>
        <a:srgbClr val="FF6B00"/>
      </a:accent6>
      <a:hlink>
        <a:srgbClr val="FF6B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5_Office Theme">
  <a:themeElements>
    <a:clrScheme name="Custom 4">
      <a:dk1>
        <a:sysClr val="windowText" lastClr="000000"/>
      </a:dk1>
      <a:lt1>
        <a:sysClr val="window" lastClr="FFFFFF"/>
      </a:lt1>
      <a:dk2>
        <a:srgbClr val="004A74"/>
      </a:dk2>
      <a:lt2>
        <a:srgbClr val="FED292"/>
      </a:lt2>
      <a:accent1>
        <a:srgbClr val="E5E0DB"/>
      </a:accent1>
      <a:accent2>
        <a:srgbClr val="887F79"/>
      </a:accent2>
      <a:accent3>
        <a:srgbClr val="C2BDB9"/>
      </a:accent3>
      <a:accent4>
        <a:srgbClr val="00A1E1"/>
      </a:accent4>
      <a:accent5>
        <a:srgbClr val="F69386"/>
      </a:accent5>
      <a:accent6>
        <a:srgbClr val="FF6B00"/>
      </a:accent6>
      <a:hlink>
        <a:srgbClr val="FF6B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PPT-Template_1-10-2014.potx</Template>
  <TotalTime>36502</TotalTime>
  <Words>80</Words>
  <Application>Microsoft Macintosh PowerPoint</Application>
  <PresentationFormat>On-screen Show (4:3)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2</vt:i4>
      </vt:variant>
    </vt:vector>
  </HeadingPairs>
  <TitlesOfParts>
    <vt:vector size="12" baseType="lpstr">
      <vt:lpstr>Arial</vt:lpstr>
      <vt:lpstr>Calibri</vt:lpstr>
      <vt:lpstr>Source Sans Pro</vt:lpstr>
      <vt:lpstr>Source Sans Pro Light</vt:lpstr>
      <vt:lpstr>Verdana</vt:lpstr>
      <vt:lpstr>PPT-Template_1-10-2014</vt:lpstr>
      <vt:lpstr>4_Office Theme</vt:lpstr>
      <vt:lpstr>3_Office Theme</vt:lpstr>
      <vt:lpstr>2_Office Theme</vt:lpstr>
      <vt:lpstr>5_Office Theme</vt:lpstr>
      <vt:lpstr>Lab  </vt:lpstr>
      <vt:lpstr>PowerPoint Presentation</vt:lpstr>
    </vt:vector>
  </TitlesOfParts>
  <Company>Skyhook Wireless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Boris Savic</dc:creator>
  <cp:lastModifiedBy>Alizadeh-Shabdiz, Farshid</cp:lastModifiedBy>
  <cp:revision>990</cp:revision>
  <cp:lastPrinted>2020-09-14T18:03:49Z</cp:lastPrinted>
  <dcterms:created xsi:type="dcterms:W3CDTF">2013-11-04T15:09:51Z</dcterms:created>
  <dcterms:modified xsi:type="dcterms:W3CDTF">2024-04-11T16:10:31Z</dcterms:modified>
</cp:coreProperties>
</file>